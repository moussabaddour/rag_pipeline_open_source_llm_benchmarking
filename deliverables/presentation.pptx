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5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6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67" r:id="rId4"/>
    <p:sldId id="291" r:id="rId5"/>
    <p:sldId id="269" r:id="rId6"/>
    <p:sldId id="270" r:id="rId7"/>
    <p:sldId id="288" r:id="rId8"/>
    <p:sldId id="271" r:id="rId9"/>
    <p:sldId id="272" r:id="rId10"/>
    <p:sldId id="290" r:id="rId11"/>
    <p:sldId id="275" r:id="rId12"/>
    <p:sldId id="259" r:id="rId13"/>
    <p:sldId id="260" r:id="rId14"/>
    <p:sldId id="261" r:id="rId15"/>
    <p:sldId id="262" r:id="rId16"/>
    <p:sldId id="276" r:id="rId17"/>
    <p:sldId id="279" r:id="rId18"/>
    <p:sldId id="277" r:id="rId19"/>
    <p:sldId id="281" r:id="rId20"/>
    <p:sldId id="280" r:id="rId21"/>
    <p:sldId id="278" r:id="rId22"/>
    <p:sldId id="282" r:id="rId23"/>
    <p:sldId id="283" r:id="rId24"/>
    <p:sldId id="264" r:id="rId25"/>
    <p:sldId id="284" r:id="rId26"/>
    <p:sldId id="285" r:id="rId27"/>
    <p:sldId id="286" r:id="rId28"/>
    <p:sldId id="287" r:id="rId29"/>
    <p:sldId id="265" r:id="rId30"/>
    <p:sldId id="266" r:id="rId31"/>
    <p:sldId id="293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3.svg"/><Relationship Id="rId4" Type="http://schemas.openxmlformats.org/officeDocument/2006/relationships/image" Target="../media/image15.svg"/><Relationship Id="rId9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18.png"/><Relationship Id="rId7" Type="http://schemas.openxmlformats.org/officeDocument/2006/relationships/image" Target="../media/image30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19.svg"/><Relationship Id="rId9" Type="http://schemas.openxmlformats.org/officeDocument/2006/relationships/image" Target="../media/image32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37.svg"/><Relationship Id="rId4" Type="http://schemas.openxmlformats.org/officeDocument/2006/relationships/image" Target="../media/image11.svg"/><Relationship Id="rId9" Type="http://schemas.openxmlformats.org/officeDocument/2006/relationships/image" Target="../media/image36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37.svg"/><Relationship Id="rId4" Type="http://schemas.openxmlformats.org/officeDocument/2006/relationships/image" Target="../media/image11.svg"/><Relationship Id="rId9" Type="http://schemas.openxmlformats.org/officeDocument/2006/relationships/image" Target="../media/image36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41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3.svg"/><Relationship Id="rId4" Type="http://schemas.openxmlformats.org/officeDocument/2006/relationships/image" Target="../media/image15.svg"/><Relationship Id="rId9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18.png"/><Relationship Id="rId7" Type="http://schemas.openxmlformats.org/officeDocument/2006/relationships/image" Target="../media/image30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19.svg"/><Relationship Id="rId9" Type="http://schemas.openxmlformats.org/officeDocument/2006/relationships/image" Target="../media/image32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37.svg"/><Relationship Id="rId4" Type="http://schemas.openxmlformats.org/officeDocument/2006/relationships/image" Target="../media/image11.svg"/><Relationship Id="rId9" Type="http://schemas.openxmlformats.org/officeDocument/2006/relationships/image" Target="../media/image36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37.svg"/><Relationship Id="rId4" Type="http://schemas.openxmlformats.org/officeDocument/2006/relationships/image" Target="../media/image11.svg"/><Relationship Id="rId9" Type="http://schemas.openxmlformats.org/officeDocument/2006/relationships/image" Target="../media/image36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41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B7DDC7-ADE7-4AED-A538-24389BBE5EA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38E7790-811B-41D2-898A-D448A194EB2A}">
      <dgm:prSet/>
      <dgm:spPr/>
      <dgm:t>
        <a:bodyPr/>
        <a:lstStyle/>
        <a:p>
          <a:r>
            <a:rPr lang="fr-FR"/>
            <a:t>Document Loaders — Data Ingestion</a:t>
          </a:r>
          <a:endParaRPr lang="en-US"/>
        </a:p>
      </dgm:t>
    </dgm:pt>
    <dgm:pt modelId="{A4C79415-7DF6-496E-9FEE-40EA43CC89FE}" type="parTrans" cxnId="{8092CE55-F346-41BB-8300-2301081263A7}">
      <dgm:prSet/>
      <dgm:spPr/>
      <dgm:t>
        <a:bodyPr/>
        <a:lstStyle/>
        <a:p>
          <a:endParaRPr lang="en-US"/>
        </a:p>
      </dgm:t>
    </dgm:pt>
    <dgm:pt modelId="{AA92D215-E064-46FA-8F4F-37268C54F26D}" type="sibTrans" cxnId="{8092CE55-F346-41BB-8300-2301081263A7}">
      <dgm:prSet/>
      <dgm:spPr/>
      <dgm:t>
        <a:bodyPr/>
        <a:lstStyle/>
        <a:p>
          <a:endParaRPr lang="en-US"/>
        </a:p>
      </dgm:t>
    </dgm:pt>
    <dgm:pt modelId="{35F7FC97-0CCE-426F-8BDF-0709B1B65BC8}">
      <dgm:prSet/>
      <dgm:spPr/>
      <dgm:t>
        <a:bodyPr/>
        <a:lstStyle/>
        <a:p>
          <a:r>
            <a:rPr lang="fr-FR"/>
            <a:t>Text Splitter — Chunking</a:t>
          </a:r>
          <a:endParaRPr lang="en-US"/>
        </a:p>
      </dgm:t>
    </dgm:pt>
    <dgm:pt modelId="{DD487912-7511-43DD-BC4C-142EED293C77}" type="parTrans" cxnId="{0A9244D9-C84B-455B-B111-90F8D91EA780}">
      <dgm:prSet/>
      <dgm:spPr/>
      <dgm:t>
        <a:bodyPr/>
        <a:lstStyle/>
        <a:p>
          <a:endParaRPr lang="en-US"/>
        </a:p>
      </dgm:t>
    </dgm:pt>
    <dgm:pt modelId="{4E101A44-5DC6-4B1E-B0EA-C7E71695FA30}" type="sibTrans" cxnId="{0A9244D9-C84B-455B-B111-90F8D91EA780}">
      <dgm:prSet/>
      <dgm:spPr/>
      <dgm:t>
        <a:bodyPr/>
        <a:lstStyle/>
        <a:p>
          <a:endParaRPr lang="en-US"/>
        </a:p>
      </dgm:t>
    </dgm:pt>
    <dgm:pt modelId="{8CB404C8-3C9D-49B9-B599-7D553C0EB768}">
      <dgm:prSet/>
      <dgm:spPr/>
      <dgm:t>
        <a:bodyPr/>
        <a:lstStyle/>
        <a:p>
          <a:r>
            <a:rPr lang="fr-FR"/>
            <a:t>SentenceTransformers — Embeddings</a:t>
          </a:r>
          <a:endParaRPr lang="en-US"/>
        </a:p>
      </dgm:t>
    </dgm:pt>
    <dgm:pt modelId="{20BBEDBF-6113-4D0D-8761-BEF731877AEC}" type="parTrans" cxnId="{FAF48A26-921A-4AE4-A2B8-7F14A6A0FB24}">
      <dgm:prSet/>
      <dgm:spPr/>
      <dgm:t>
        <a:bodyPr/>
        <a:lstStyle/>
        <a:p>
          <a:endParaRPr lang="en-US"/>
        </a:p>
      </dgm:t>
    </dgm:pt>
    <dgm:pt modelId="{ABCDCDDA-0B17-4100-91EA-0B08E41DE386}" type="sibTrans" cxnId="{FAF48A26-921A-4AE4-A2B8-7F14A6A0FB24}">
      <dgm:prSet/>
      <dgm:spPr/>
      <dgm:t>
        <a:bodyPr/>
        <a:lstStyle/>
        <a:p>
          <a:endParaRPr lang="en-US"/>
        </a:p>
      </dgm:t>
    </dgm:pt>
    <dgm:pt modelId="{005D1BA4-4CC1-47D9-B77B-58FD641B9416}">
      <dgm:prSet/>
      <dgm:spPr/>
      <dgm:t>
        <a:bodyPr/>
        <a:lstStyle/>
        <a:p>
          <a:r>
            <a:rPr lang="fr-FR"/>
            <a:t>FAISS — Vector Database</a:t>
          </a:r>
          <a:endParaRPr lang="en-US"/>
        </a:p>
      </dgm:t>
    </dgm:pt>
    <dgm:pt modelId="{962AE088-213F-4EAE-AB3B-46E9A5E86A7B}" type="parTrans" cxnId="{0875BD7A-EBF6-48E6-B4FB-057F85FBC11E}">
      <dgm:prSet/>
      <dgm:spPr/>
      <dgm:t>
        <a:bodyPr/>
        <a:lstStyle/>
        <a:p>
          <a:endParaRPr lang="en-US"/>
        </a:p>
      </dgm:t>
    </dgm:pt>
    <dgm:pt modelId="{5DE2DF4A-FD57-4364-88A0-04C22548F245}" type="sibTrans" cxnId="{0875BD7A-EBF6-48E6-B4FB-057F85FBC11E}">
      <dgm:prSet/>
      <dgm:spPr/>
      <dgm:t>
        <a:bodyPr/>
        <a:lstStyle/>
        <a:p>
          <a:endParaRPr lang="en-US"/>
        </a:p>
      </dgm:t>
    </dgm:pt>
    <dgm:pt modelId="{AC562B43-7EA1-4991-AA95-6BDA7657C98A}">
      <dgm:prSet/>
      <dgm:spPr/>
      <dgm:t>
        <a:bodyPr/>
        <a:lstStyle/>
        <a:p>
          <a:r>
            <a:rPr lang="fr-FR"/>
            <a:t>Retriever — Similarity Search</a:t>
          </a:r>
          <a:endParaRPr lang="en-US"/>
        </a:p>
      </dgm:t>
    </dgm:pt>
    <dgm:pt modelId="{CD36686E-B331-4A6D-8AB7-42CE6785025D}" type="parTrans" cxnId="{8613B243-D760-4F86-998A-F70477A6FDD6}">
      <dgm:prSet/>
      <dgm:spPr/>
      <dgm:t>
        <a:bodyPr/>
        <a:lstStyle/>
        <a:p>
          <a:endParaRPr lang="en-US"/>
        </a:p>
      </dgm:t>
    </dgm:pt>
    <dgm:pt modelId="{F2F016C5-0595-45D7-BC2F-12EFC27B8857}" type="sibTrans" cxnId="{8613B243-D760-4F86-998A-F70477A6FDD6}">
      <dgm:prSet/>
      <dgm:spPr/>
      <dgm:t>
        <a:bodyPr/>
        <a:lstStyle/>
        <a:p>
          <a:endParaRPr lang="en-US"/>
        </a:p>
      </dgm:t>
    </dgm:pt>
    <dgm:pt modelId="{C887CCBD-BA20-4778-A97A-A797C299B67D}">
      <dgm:prSet/>
      <dgm:spPr/>
      <dgm:t>
        <a:bodyPr/>
        <a:lstStyle/>
        <a:p>
          <a:r>
            <a:rPr lang="es-ES"/>
            <a:t>llama.cpp — Local LLM Inference</a:t>
          </a:r>
          <a:endParaRPr lang="en-US"/>
        </a:p>
      </dgm:t>
    </dgm:pt>
    <dgm:pt modelId="{CFEB1239-1A9B-405A-9365-4A908FE20917}" type="parTrans" cxnId="{BC0D1EFB-3CAC-4C04-85E5-20365FEA772E}">
      <dgm:prSet/>
      <dgm:spPr/>
      <dgm:t>
        <a:bodyPr/>
        <a:lstStyle/>
        <a:p>
          <a:endParaRPr lang="en-US"/>
        </a:p>
      </dgm:t>
    </dgm:pt>
    <dgm:pt modelId="{8508BFC7-F216-493C-8FBD-0319CF8518CD}" type="sibTrans" cxnId="{BC0D1EFB-3CAC-4C04-85E5-20365FEA772E}">
      <dgm:prSet/>
      <dgm:spPr/>
      <dgm:t>
        <a:bodyPr/>
        <a:lstStyle/>
        <a:p>
          <a:endParaRPr lang="en-US"/>
        </a:p>
      </dgm:t>
    </dgm:pt>
    <dgm:pt modelId="{046FFF1F-112D-4D8D-B2D7-A1F7547E6CD7}">
      <dgm:prSet/>
      <dgm:spPr/>
      <dgm:t>
        <a:bodyPr/>
        <a:lstStyle/>
        <a:p>
          <a:r>
            <a:rPr lang="en-US"/>
            <a:t>Prompting + RAG Chain — Answer Generation</a:t>
          </a:r>
        </a:p>
      </dgm:t>
    </dgm:pt>
    <dgm:pt modelId="{573F382B-C711-40FB-BFCE-3AD0B3A8A1FD}" type="parTrans" cxnId="{0A9B3185-81D5-4A97-B84A-876C058F8F78}">
      <dgm:prSet/>
      <dgm:spPr/>
      <dgm:t>
        <a:bodyPr/>
        <a:lstStyle/>
        <a:p>
          <a:endParaRPr lang="en-US"/>
        </a:p>
      </dgm:t>
    </dgm:pt>
    <dgm:pt modelId="{B83F6D7D-8F4D-4348-895E-FC307A6B775F}" type="sibTrans" cxnId="{0A9B3185-81D5-4A97-B84A-876C058F8F78}">
      <dgm:prSet/>
      <dgm:spPr/>
      <dgm:t>
        <a:bodyPr/>
        <a:lstStyle/>
        <a:p>
          <a:endParaRPr lang="en-US"/>
        </a:p>
      </dgm:t>
    </dgm:pt>
    <dgm:pt modelId="{692F57F6-BFD4-44E3-AEFD-820DA30092F0}" type="pres">
      <dgm:prSet presAssocID="{C9B7DDC7-ADE7-4AED-A538-24389BBE5EA5}" presName="Name0" presStyleCnt="0">
        <dgm:presLayoutVars>
          <dgm:dir/>
          <dgm:resizeHandles val="exact"/>
        </dgm:presLayoutVars>
      </dgm:prSet>
      <dgm:spPr/>
    </dgm:pt>
    <dgm:pt modelId="{862A065A-E7A5-4723-A504-5B0D4C14DABF}" type="pres">
      <dgm:prSet presAssocID="{338E7790-811B-41D2-898A-D448A194EB2A}" presName="node" presStyleLbl="node1" presStyleIdx="0" presStyleCnt="7">
        <dgm:presLayoutVars>
          <dgm:bulletEnabled val="1"/>
        </dgm:presLayoutVars>
      </dgm:prSet>
      <dgm:spPr/>
    </dgm:pt>
    <dgm:pt modelId="{208F471A-65DC-41FF-9387-6B6F32E1F993}" type="pres">
      <dgm:prSet presAssocID="{AA92D215-E064-46FA-8F4F-37268C54F26D}" presName="sibTrans" presStyleLbl="sibTrans1D1" presStyleIdx="0" presStyleCnt="6"/>
      <dgm:spPr/>
    </dgm:pt>
    <dgm:pt modelId="{E9FE6225-ADC5-4067-AFB6-44A3028C247A}" type="pres">
      <dgm:prSet presAssocID="{AA92D215-E064-46FA-8F4F-37268C54F26D}" presName="connectorText" presStyleLbl="sibTrans1D1" presStyleIdx="0" presStyleCnt="6"/>
      <dgm:spPr/>
    </dgm:pt>
    <dgm:pt modelId="{FF4B2EDC-89AF-40D8-B6C3-68A09752A22A}" type="pres">
      <dgm:prSet presAssocID="{35F7FC97-0CCE-426F-8BDF-0709B1B65BC8}" presName="node" presStyleLbl="node1" presStyleIdx="1" presStyleCnt="7">
        <dgm:presLayoutVars>
          <dgm:bulletEnabled val="1"/>
        </dgm:presLayoutVars>
      </dgm:prSet>
      <dgm:spPr/>
    </dgm:pt>
    <dgm:pt modelId="{3616BAD7-EC9D-493E-850B-354597DC3DC0}" type="pres">
      <dgm:prSet presAssocID="{4E101A44-5DC6-4B1E-B0EA-C7E71695FA30}" presName="sibTrans" presStyleLbl="sibTrans1D1" presStyleIdx="1" presStyleCnt="6"/>
      <dgm:spPr/>
    </dgm:pt>
    <dgm:pt modelId="{760CEAA9-09C5-4F08-9B6E-4F78FDE5066C}" type="pres">
      <dgm:prSet presAssocID="{4E101A44-5DC6-4B1E-B0EA-C7E71695FA30}" presName="connectorText" presStyleLbl="sibTrans1D1" presStyleIdx="1" presStyleCnt="6"/>
      <dgm:spPr/>
    </dgm:pt>
    <dgm:pt modelId="{9D5C5895-BAA3-4AEC-B1FB-6287EAEAE383}" type="pres">
      <dgm:prSet presAssocID="{8CB404C8-3C9D-49B9-B599-7D553C0EB768}" presName="node" presStyleLbl="node1" presStyleIdx="2" presStyleCnt="7">
        <dgm:presLayoutVars>
          <dgm:bulletEnabled val="1"/>
        </dgm:presLayoutVars>
      </dgm:prSet>
      <dgm:spPr/>
    </dgm:pt>
    <dgm:pt modelId="{E44B049E-577E-4F74-9EEE-9AFF1675F196}" type="pres">
      <dgm:prSet presAssocID="{ABCDCDDA-0B17-4100-91EA-0B08E41DE386}" presName="sibTrans" presStyleLbl="sibTrans1D1" presStyleIdx="2" presStyleCnt="6"/>
      <dgm:spPr/>
    </dgm:pt>
    <dgm:pt modelId="{0C02E7D7-DD86-4276-878B-2FC932129EAC}" type="pres">
      <dgm:prSet presAssocID="{ABCDCDDA-0B17-4100-91EA-0B08E41DE386}" presName="connectorText" presStyleLbl="sibTrans1D1" presStyleIdx="2" presStyleCnt="6"/>
      <dgm:spPr/>
    </dgm:pt>
    <dgm:pt modelId="{632E486B-EABC-4666-B04D-AD801DB5DB4C}" type="pres">
      <dgm:prSet presAssocID="{005D1BA4-4CC1-47D9-B77B-58FD641B9416}" presName="node" presStyleLbl="node1" presStyleIdx="3" presStyleCnt="7">
        <dgm:presLayoutVars>
          <dgm:bulletEnabled val="1"/>
        </dgm:presLayoutVars>
      </dgm:prSet>
      <dgm:spPr/>
    </dgm:pt>
    <dgm:pt modelId="{8F41163F-833F-4A49-86FD-C4DE4544BE81}" type="pres">
      <dgm:prSet presAssocID="{5DE2DF4A-FD57-4364-88A0-04C22548F245}" presName="sibTrans" presStyleLbl="sibTrans1D1" presStyleIdx="3" presStyleCnt="6"/>
      <dgm:spPr/>
    </dgm:pt>
    <dgm:pt modelId="{6AD151EB-C0CE-4616-9B32-66B60CBE9833}" type="pres">
      <dgm:prSet presAssocID="{5DE2DF4A-FD57-4364-88A0-04C22548F245}" presName="connectorText" presStyleLbl="sibTrans1D1" presStyleIdx="3" presStyleCnt="6"/>
      <dgm:spPr/>
    </dgm:pt>
    <dgm:pt modelId="{EC18A055-2F7A-4732-B21E-41DF3CC7A273}" type="pres">
      <dgm:prSet presAssocID="{AC562B43-7EA1-4991-AA95-6BDA7657C98A}" presName="node" presStyleLbl="node1" presStyleIdx="4" presStyleCnt="7">
        <dgm:presLayoutVars>
          <dgm:bulletEnabled val="1"/>
        </dgm:presLayoutVars>
      </dgm:prSet>
      <dgm:spPr/>
    </dgm:pt>
    <dgm:pt modelId="{24A66056-70E0-4932-9E41-28392CEA514E}" type="pres">
      <dgm:prSet presAssocID="{F2F016C5-0595-45D7-BC2F-12EFC27B8857}" presName="sibTrans" presStyleLbl="sibTrans1D1" presStyleIdx="4" presStyleCnt="6"/>
      <dgm:spPr/>
    </dgm:pt>
    <dgm:pt modelId="{6D5E2F4F-DA50-4A45-8AE1-4248CE4ACD4F}" type="pres">
      <dgm:prSet presAssocID="{F2F016C5-0595-45D7-BC2F-12EFC27B8857}" presName="connectorText" presStyleLbl="sibTrans1D1" presStyleIdx="4" presStyleCnt="6"/>
      <dgm:spPr/>
    </dgm:pt>
    <dgm:pt modelId="{FE3F71DC-42AC-4455-9782-0BC1B3BDBC56}" type="pres">
      <dgm:prSet presAssocID="{C887CCBD-BA20-4778-A97A-A797C299B67D}" presName="node" presStyleLbl="node1" presStyleIdx="5" presStyleCnt="7">
        <dgm:presLayoutVars>
          <dgm:bulletEnabled val="1"/>
        </dgm:presLayoutVars>
      </dgm:prSet>
      <dgm:spPr/>
    </dgm:pt>
    <dgm:pt modelId="{4136A1FB-8BD3-44E3-87E4-20EFCE170697}" type="pres">
      <dgm:prSet presAssocID="{8508BFC7-F216-493C-8FBD-0319CF8518CD}" presName="sibTrans" presStyleLbl="sibTrans1D1" presStyleIdx="5" presStyleCnt="6"/>
      <dgm:spPr/>
    </dgm:pt>
    <dgm:pt modelId="{0D7DE923-3C43-4E1E-8D71-770C8ABE01F5}" type="pres">
      <dgm:prSet presAssocID="{8508BFC7-F216-493C-8FBD-0319CF8518CD}" presName="connectorText" presStyleLbl="sibTrans1D1" presStyleIdx="5" presStyleCnt="6"/>
      <dgm:spPr/>
    </dgm:pt>
    <dgm:pt modelId="{625F1E5F-51FB-4030-A230-B61BEC083797}" type="pres">
      <dgm:prSet presAssocID="{046FFF1F-112D-4D8D-B2D7-A1F7547E6CD7}" presName="node" presStyleLbl="node1" presStyleIdx="6" presStyleCnt="7">
        <dgm:presLayoutVars>
          <dgm:bulletEnabled val="1"/>
        </dgm:presLayoutVars>
      </dgm:prSet>
      <dgm:spPr/>
    </dgm:pt>
  </dgm:ptLst>
  <dgm:cxnLst>
    <dgm:cxn modelId="{140EC907-6C6B-4C7E-8640-E8B6FB5988C5}" type="presOf" srcId="{046FFF1F-112D-4D8D-B2D7-A1F7547E6CD7}" destId="{625F1E5F-51FB-4030-A230-B61BEC083797}" srcOrd="0" destOrd="0" presId="urn:microsoft.com/office/officeart/2016/7/layout/RepeatingBendingProcessNew"/>
    <dgm:cxn modelId="{E9D01F08-FB16-472A-A396-A88A5C75BC1C}" type="presOf" srcId="{8CB404C8-3C9D-49B9-B599-7D553C0EB768}" destId="{9D5C5895-BAA3-4AEC-B1FB-6287EAEAE383}" srcOrd="0" destOrd="0" presId="urn:microsoft.com/office/officeart/2016/7/layout/RepeatingBendingProcessNew"/>
    <dgm:cxn modelId="{31D7BC0A-AEDC-46E1-BF14-A4ADC8BA9E04}" type="presOf" srcId="{AC562B43-7EA1-4991-AA95-6BDA7657C98A}" destId="{EC18A055-2F7A-4732-B21E-41DF3CC7A273}" srcOrd="0" destOrd="0" presId="urn:microsoft.com/office/officeart/2016/7/layout/RepeatingBendingProcessNew"/>
    <dgm:cxn modelId="{E6E8C022-6493-4C15-94FD-A5E175088CF9}" type="presOf" srcId="{8508BFC7-F216-493C-8FBD-0319CF8518CD}" destId="{0D7DE923-3C43-4E1E-8D71-770C8ABE01F5}" srcOrd="1" destOrd="0" presId="urn:microsoft.com/office/officeart/2016/7/layout/RepeatingBendingProcessNew"/>
    <dgm:cxn modelId="{FAF48A26-921A-4AE4-A2B8-7F14A6A0FB24}" srcId="{C9B7DDC7-ADE7-4AED-A538-24389BBE5EA5}" destId="{8CB404C8-3C9D-49B9-B599-7D553C0EB768}" srcOrd="2" destOrd="0" parTransId="{20BBEDBF-6113-4D0D-8761-BEF731877AEC}" sibTransId="{ABCDCDDA-0B17-4100-91EA-0B08E41DE386}"/>
    <dgm:cxn modelId="{42874C30-34C6-445B-B793-2DEE626340D4}" type="presOf" srcId="{4E101A44-5DC6-4B1E-B0EA-C7E71695FA30}" destId="{760CEAA9-09C5-4F08-9B6E-4F78FDE5066C}" srcOrd="1" destOrd="0" presId="urn:microsoft.com/office/officeart/2016/7/layout/RepeatingBendingProcessNew"/>
    <dgm:cxn modelId="{30174640-E09E-44DD-A6B7-522DA0561F96}" type="presOf" srcId="{AA92D215-E064-46FA-8F4F-37268C54F26D}" destId="{208F471A-65DC-41FF-9387-6B6F32E1F993}" srcOrd="0" destOrd="0" presId="urn:microsoft.com/office/officeart/2016/7/layout/RepeatingBendingProcessNew"/>
    <dgm:cxn modelId="{6AC20342-4CA0-4E8E-AF4E-C8EBABBAEC67}" type="presOf" srcId="{ABCDCDDA-0B17-4100-91EA-0B08E41DE386}" destId="{E44B049E-577E-4F74-9EEE-9AFF1675F196}" srcOrd="0" destOrd="0" presId="urn:microsoft.com/office/officeart/2016/7/layout/RepeatingBendingProcessNew"/>
    <dgm:cxn modelId="{2AAAB462-3E55-4C3B-832E-8963A5BFBE47}" type="presOf" srcId="{338E7790-811B-41D2-898A-D448A194EB2A}" destId="{862A065A-E7A5-4723-A504-5B0D4C14DABF}" srcOrd="0" destOrd="0" presId="urn:microsoft.com/office/officeart/2016/7/layout/RepeatingBendingProcessNew"/>
    <dgm:cxn modelId="{8613B243-D760-4F86-998A-F70477A6FDD6}" srcId="{C9B7DDC7-ADE7-4AED-A538-24389BBE5EA5}" destId="{AC562B43-7EA1-4991-AA95-6BDA7657C98A}" srcOrd="4" destOrd="0" parTransId="{CD36686E-B331-4A6D-8AB7-42CE6785025D}" sibTransId="{F2F016C5-0595-45D7-BC2F-12EFC27B8857}"/>
    <dgm:cxn modelId="{4D947347-BF0A-4598-818C-3AB60F350B73}" type="presOf" srcId="{ABCDCDDA-0B17-4100-91EA-0B08E41DE386}" destId="{0C02E7D7-DD86-4276-878B-2FC932129EAC}" srcOrd="1" destOrd="0" presId="urn:microsoft.com/office/officeart/2016/7/layout/RepeatingBendingProcessNew"/>
    <dgm:cxn modelId="{065C944A-6479-4D90-B61A-02C47A1C5619}" type="presOf" srcId="{005D1BA4-4CC1-47D9-B77B-58FD641B9416}" destId="{632E486B-EABC-4666-B04D-AD801DB5DB4C}" srcOrd="0" destOrd="0" presId="urn:microsoft.com/office/officeart/2016/7/layout/RepeatingBendingProcessNew"/>
    <dgm:cxn modelId="{AF901B6F-AF0A-4F9B-ACA8-C07395088C8B}" type="presOf" srcId="{F2F016C5-0595-45D7-BC2F-12EFC27B8857}" destId="{24A66056-70E0-4932-9E41-28392CEA514E}" srcOrd="0" destOrd="0" presId="urn:microsoft.com/office/officeart/2016/7/layout/RepeatingBendingProcessNew"/>
    <dgm:cxn modelId="{7D9E2A72-A073-4EF1-906B-02C5BC5319C9}" type="presOf" srcId="{35F7FC97-0CCE-426F-8BDF-0709B1B65BC8}" destId="{FF4B2EDC-89AF-40D8-B6C3-68A09752A22A}" srcOrd="0" destOrd="0" presId="urn:microsoft.com/office/officeart/2016/7/layout/RepeatingBendingProcessNew"/>
    <dgm:cxn modelId="{BC1DC153-66AB-4D0A-9160-43F24658F2DD}" type="presOf" srcId="{5DE2DF4A-FD57-4364-88A0-04C22548F245}" destId="{6AD151EB-C0CE-4616-9B32-66B60CBE9833}" srcOrd="1" destOrd="0" presId="urn:microsoft.com/office/officeart/2016/7/layout/RepeatingBendingProcessNew"/>
    <dgm:cxn modelId="{E1A38555-82C4-4A2C-B801-343664055786}" type="presOf" srcId="{C9B7DDC7-ADE7-4AED-A538-24389BBE5EA5}" destId="{692F57F6-BFD4-44E3-AEFD-820DA30092F0}" srcOrd="0" destOrd="0" presId="urn:microsoft.com/office/officeart/2016/7/layout/RepeatingBendingProcessNew"/>
    <dgm:cxn modelId="{8092CE55-F346-41BB-8300-2301081263A7}" srcId="{C9B7DDC7-ADE7-4AED-A538-24389BBE5EA5}" destId="{338E7790-811B-41D2-898A-D448A194EB2A}" srcOrd="0" destOrd="0" parTransId="{A4C79415-7DF6-496E-9FEE-40EA43CC89FE}" sibTransId="{AA92D215-E064-46FA-8F4F-37268C54F26D}"/>
    <dgm:cxn modelId="{0875BD7A-EBF6-48E6-B4FB-057F85FBC11E}" srcId="{C9B7DDC7-ADE7-4AED-A538-24389BBE5EA5}" destId="{005D1BA4-4CC1-47D9-B77B-58FD641B9416}" srcOrd="3" destOrd="0" parTransId="{962AE088-213F-4EAE-AB3B-46E9A5E86A7B}" sibTransId="{5DE2DF4A-FD57-4364-88A0-04C22548F245}"/>
    <dgm:cxn modelId="{C877247E-4B57-40D3-B390-F767A42E54CF}" type="presOf" srcId="{5DE2DF4A-FD57-4364-88A0-04C22548F245}" destId="{8F41163F-833F-4A49-86FD-C4DE4544BE81}" srcOrd="0" destOrd="0" presId="urn:microsoft.com/office/officeart/2016/7/layout/RepeatingBendingProcessNew"/>
    <dgm:cxn modelId="{0A9B3185-81D5-4A97-B84A-876C058F8F78}" srcId="{C9B7DDC7-ADE7-4AED-A538-24389BBE5EA5}" destId="{046FFF1F-112D-4D8D-B2D7-A1F7547E6CD7}" srcOrd="6" destOrd="0" parTransId="{573F382B-C711-40FB-BFCE-3AD0B3A8A1FD}" sibTransId="{B83F6D7D-8F4D-4348-895E-FC307A6B775F}"/>
    <dgm:cxn modelId="{927C9B90-DC95-473B-B571-9D2C91903BBC}" type="presOf" srcId="{C887CCBD-BA20-4778-A97A-A797C299B67D}" destId="{FE3F71DC-42AC-4455-9782-0BC1B3BDBC56}" srcOrd="0" destOrd="0" presId="urn:microsoft.com/office/officeart/2016/7/layout/RepeatingBendingProcessNew"/>
    <dgm:cxn modelId="{64BAB8BA-26C5-455D-9109-5FB24FB0BD98}" type="presOf" srcId="{AA92D215-E064-46FA-8F4F-37268C54F26D}" destId="{E9FE6225-ADC5-4067-AFB6-44A3028C247A}" srcOrd="1" destOrd="0" presId="urn:microsoft.com/office/officeart/2016/7/layout/RepeatingBendingProcessNew"/>
    <dgm:cxn modelId="{E67FE9C5-B6B3-4E1D-B747-835E96E0AF08}" type="presOf" srcId="{8508BFC7-F216-493C-8FBD-0319CF8518CD}" destId="{4136A1FB-8BD3-44E3-87E4-20EFCE170697}" srcOrd="0" destOrd="0" presId="urn:microsoft.com/office/officeart/2016/7/layout/RepeatingBendingProcessNew"/>
    <dgm:cxn modelId="{6E26A2CC-0C5A-4E51-962E-F3A4A02A4B98}" type="presOf" srcId="{4E101A44-5DC6-4B1E-B0EA-C7E71695FA30}" destId="{3616BAD7-EC9D-493E-850B-354597DC3DC0}" srcOrd="0" destOrd="0" presId="urn:microsoft.com/office/officeart/2016/7/layout/RepeatingBendingProcessNew"/>
    <dgm:cxn modelId="{0A9244D9-C84B-455B-B111-90F8D91EA780}" srcId="{C9B7DDC7-ADE7-4AED-A538-24389BBE5EA5}" destId="{35F7FC97-0CCE-426F-8BDF-0709B1B65BC8}" srcOrd="1" destOrd="0" parTransId="{DD487912-7511-43DD-BC4C-142EED293C77}" sibTransId="{4E101A44-5DC6-4B1E-B0EA-C7E71695FA30}"/>
    <dgm:cxn modelId="{BC0D1EFB-3CAC-4C04-85E5-20365FEA772E}" srcId="{C9B7DDC7-ADE7-4AED-A538-24389BBE5EA5}" destId="{C887CCBD-BA20-4778-A97A-A797C299B67D}" srcOrd="5" destOrd="0" parTransId="{CFEB1239-1A9B-405A-9365-4A908FE20917}" sibTransId="{8508BFC7-F216-493C-8FBD-0319CF8518CD}"/>
    <dgm:cxn modelId="{9EF905FC-19C1-464A-9A45-21DF5743FB17}" type="presOf" srcId="{F2F016C5-0595-45D7-BC2F-12EFC27B8857}" destId="{6D5E2F4F-DA50-4A45-8AE1-4248CE4ACD4F}" srcOrd="1" destOrd="0" presId="urn:microsoft.com/office/officeart/2016/7/layout/RepeatingBendingProcessNew"/>
    <dgm:cxn modelId="{FE33DCDB-1A8E-4453-A820-DA53FCB71C4F}" type="presParOf" srcId="{692F57F6-BFD4-44E3-AEFD-820DA30092F0}" destId="{862A065A-E7A5-4723-A504-5B0D4C14DABF}" srcOrd="0" destOrd="0" presId="urn:microsoft.com/office/officeart/2016/7/layout/RepeatingBendingProcessNew"/>
    <dgm:cxn modelId="{61FC607F-81EE-4642-B7DA-AC8653B8936E}" type="presParOf" srcId="{692F57F6-BFD4-44E3-AEFD-820DA30092F0}" destId="{208F471A-65DC-41FF-9387-6B6F32E1F993}" srcOrd="1" destOrd="0" presId="urn:microsoft.com/office/officeart/2016/7/layout/RepeatingBendingProcessNew"/>
    <dgm:cxn modelId="{267F498F-B20F-4741-9914-ADE75F697FDE}" type="presParOf" srcId="{208F471A-65DC-41FF-9387-6B6F32E1F993}" destId="{E9FE6225-ADC5-4067-AFB6-44A3028C247A}" srcOrd="0" destOrd="0" presId="urn:microsoft.com/office/officeart/2016/7/layout/RepeatingBendingProcessNew"/>
    <dgm:cxn modelId="{13FDA507-667C-4EED-B277-D01D493A1828}" type="presParOf" srcId="{692F57F6-BFD4-44E3-AEFD-820DA30092F0}" destId="{FF4B2EDC-89AF-40D8-B6C3-68A09752A22A}" srcOrd="2" destOrd="0" presId="urn:microsoft.com/office/officeart/2016/7/layout/RepeatingBendingProcessNew"/>
    <dgm:cxn modelId="{C2AE311E-4998-433E-A245-8CAB12B23224}" type="presParOf" srcId="{692F57F6-BFD4-44E3-AEFD-820DA30092F0}" destId="{3616BAD7-EC9D-493E-850B-354597DC3DC0}" srcOrd="3" destOrd="0" presId="urn:microsoft.com/office/officeart/2016/7/layout/RepeatingBendingProcessNew"/>
    <dgm:cxn modelId="{E508F642-771C-40B8-A813-DF031A03A121}" type="presParOf" srcId="{3616BAD7-EC9D-493E-850B-354597DC3DC0}" destId="{760CEAA9-09C5-4F08-9B6E-4F78FDE5066C}" srcOrd="0" destOrd="0" presId="urn:microsoft.com/office/officeart/2016/7/layout/RepeatingBendingProcessNew"/>
    <dgm:cxn modelId="{9A03BC8F-BA3C-4A72-88F9-4E86C89A10A6}" type="presParOf" srcId="{692F57F6-BFD4-44E3-AEFD-820DA30092F0}" destId="{9D5C5895-BAA3-4AEC-B1FB-6287EAEAE383}" srcOrd="4" destOrd="0" presId="urn:microsoft.com/office/officeart/2016/7/layout/RepeatingBendingProcessNew"/>
    <dgm:cxn modelId="{5FC7CDC6-DD60-4129-BCB7-E99773E92799}" type="presParOf" srcId="{692F57F6-BFD4-44E3-AEFD-820DA30092F0}" destId="{E44B049E-577E-4F74-9EEE-9AFF1675F196}" srcOrd="5" destOrd="0" presId="urn:microsoft.com/office/officeart/2016/7/layout/RepeatingBendingProcessNew"/>
    <dgm:cxn modelId="{46D543A6-B71B-48FB-BB8B-969FB7E5D809}" type="presParOf" srcId="{E44B049E-577E-4F74-9EEE-9AFF1675F196}" destId="{0C02E7D7-DD86-4276-878B-2FC932129EAC}" srcOrd="0" destOrd="0" presId="urn:microsoft.com/office/officeart/2016/7/layout/RepeatingBendingProcessNew"/>
    <dgm:cxn modelId="{7007D176-61B0-4761-B814-761C70C27381}" type="presParOf" srcId="{692F57F6-BFD4-44E3-AEFD-820DA30092F0}" destId="{632E486B-EABC-4666-B04D-AD801DB5DB4C}" srcOrd="6" destOrd="0" presId="urn:microsoft.com/office/officeart/2016/7/layout/RepeatingBendingProcessNew"/>
    <dgm:cxn modelId="{33D0C04E-40E7-401A-9D11-F7143AF88F50}" type="presParOf" srcId="{692F57F6-BFD4-44E3-AEFD-820DA30092F0}" destId="{8F41163F-833F-4A49-86FD-C4DE4544BE81}" srcOrd="7" destOrd="0" presId="urn:microsoft.com/office/officeart/2016/7/layout/RepeatingBendingProcessNew"/>
    <dgm:cxn modelId="{D4861945-D4E4-449F-950A-A98AD200FB84}" type="presParOf" srcId="{8F41163F-833F-4A49-86FD-C4DE4544BE81}" destId="{6AD151EB-C0CE-4616-9B32-66B60CBE9833}" srcOrd="0" destOrd="0" presId="urn:microsoft.com/office/officeart/2016/7/layout/RepeatingBendingProcessNew"/>
    <dgm:cxn modelId="{79B8F1E0-2EE1-48CC-8B6C-33D32F512602}" type="presParOf" srcId="{692F57F6-BFD4-44E3-AEFD-820DA30092F0}" destId="{EC18A055-2F7A-4732-B21E-41DF3CC7A273}" srcOrd="8" destOrd="0" presId="urn:microsoft.com/office/officeart/2016/7/layout/RepeatingBendingProcessNew"/>
    <dgm:cxn modelId="{EFF073B4-AC35-4DF6-8FC3-14E488B6C23E}" type="presParOf" srcId="{692F57F6-BFD4-44E3-AEFD-820DA30092F0}" destId="{24A66056-70E0-4932-9E41-28392CEA514E}" srcOrd="9" destOrd="0" presId="urn:microsoft.com/office/officeart/2016/7/layout/RepeatingBendingProcessNew"/>
    <dgm:cxn modelId="{7923CBF9-8466-446F-86C5-D3B808768A5B}" type="presParOf" srcId="{24A66056-70E0-4932-9E41-28392CEA514E}" destId="{6D5E2F4F-DA50-4A45-8AE1-4248CE4ACD4F}" srcOrd="0" destOrd="0" presId="urn:microsoft.com/office/officeart/2016/7/layout/RepeatingBendingProcessNew"/>
    <dgm:cxn modelId="{FB7DE160-37A5-41D7-9D3D-43BB4CF51759}" type="presParOf" srcId="{692F57F6-BFD4-44E3-AEFD-820DA30092F0}" destId="{FE3F71DC-42AC-4455-9782-0BC1B3BDBC56}" srcOrd="10" destOrd="0" presId="urn:microsoft.com/office/officeart/2016/7/layout/RepeatingBendingProcessNew"/>
    <dgm:cxn modelId="{FE5158C1-B05F-48AB-BEE5-22E9FD9D4F09}" type="presParOf" srcId="{692F57F6-BFD4-44E3-AEFD-820DA30092F0}" destId="{4136A1FB-8BD3-44E3-87E4-20EFCE170697}" srcOrd="11" destOrd="0" presId="urn:microsoft.com/office/officeart/2016/7/layout/RepeatingBendingProcessNew"/>
    <dgm:cxn modelId="{74EE0F1E-EB4A-4104-97AA-25F3E100D45E}" type="presParOf" srcId="{4136A1FB-8BD3-44E3-87E4-20EFCE170697}" destId="{0D7DE923-3C43-4E1E-8D71-770C8ABE01F5}" srcOrd="0" destOrd="0" presId="urn:microsoft.com/office/officeart/2016/7/layout/RepeatingBendingProcessNew"/>
    <dgm:cxn modelId="{36C77BEF-2B69-4EF9-8073-3027B3A72BB5}" type="presParOf" srcId="{692F57F6-BFD4-44E3-AEFD-820DA30092F0}" destId="{625F1E5F-51FB-4030-A230-B61BEC083797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BDA17-119B-4086-ADFC-958AB3F509E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49121E-3D25-43B5-8F8B-B717E299FBF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Used to load scientific articles (PDF/TXT) </a:t>
          </a:r>
          <a:endParaRPr lang="en-US"/>
        </a:p>
      </dgm:t>
    </dgm:pt>
    <dgm:pt modelId="{1FBE53EF-1FA2-417F-A2CF-09469AF35992}" type="parTrans" cxnId="{B6CD462B-26F3-44AB-B31F-FFDD15EBDE10}">
      <dgm:prSet/>
      <dgm:spPr/>
      <dgm:t>
        <a:bodyPr/>
        <a:lstStyle/>
        <a:p>
          <a:endParaRPr lang="en-US"/>
        </a:p>
      </dgm:t>
    </dgm:pt>
    <dgm:pt modelId="{E7DC6AB0-41DA-47FF-B661-D9173E35C198}" type="sibTrans" cxnId="{B6CD462B-26F3-44AB-B31F-FFDD15EBDE10}">
      <dgm:prSet/>
      <dgm:spPr/>
      <dgm:t>
        <a:bodyPr/>
        <a:lstStyle/>
        <a:p>
          <a:endParaRPr lang="en-US"/>
        </a:p>
      </dgm:t>
    </dgm:pt>
    <dgm:pt modelId="{D18B80F7-DBA6-428B-AD9F-62C649073B41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Based on </a:t>
          </a:r>
          <a:r>
            <a:rPr lang="fr-FR" b="1"/>
            <a:t>LangChain document loaders (PyPDFLoader, TextLoader)</a:t>
          </a:r>
          <a:r>
            <a:rPr lang="fr-FR"/>
            <a:t> </a:t>
          </a:r>
          <a:endParaRPr lang="en-US"/>
        </a:p>
      </dgm:t>
    </dgm:pt>
    <dgm:pt modelId="{B6D38CE0-5D23-4E0D-8F2C-B20507E765FC}" type="parTrans" cxnId="{2963FB9C-7880-49D6-96E7-4A89923D0815}">
      <dgm:prSet/>
      <dgm:spPr/>
      <dgm:t>
        <a:bodyPr/>
        <a:lstStyle/>
        <a:p>
          <a:endParaRPr lang="en-US"/>
        </a:p>
      </dgm:t>
    </dgm:pt>
    <dgm:pt modelId="{206BAEF0-B0EB-446A-8F37-E13364997402}" type="sibTrans" cxnId="{2963FB9C-7880-49D6-96E7-4A89923D0815}">
      <dgm:prSet/>
      <dgm:spPr/>
      <dgm:t>
        <a:bodyPr/>
        <a:lstStyle/>
        <a:p>
          <a:endParaRPr lang="en-US"/>
        </a:p>
      </dgm:t>
    </dgm:pt>
    <dgm:pt modelId="{5F10F0BD-DA4D-4125-A8E1-ABD41480A6D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Converts raw files into structured text documents </a:t>
          </a:r>
          <a:endParaRPr lang="en-US"/>
        </a:p>
      </dgm:t>
    </dgm:pt>
    <dgm:pt modelId="{1690DAD3-C2C2-42C7-ADFD-DF695D7FD4AA}" type="parTrans" cxnId="{06E4CBAC-5437-4845-9FA3-2908B697821D}">
      <dgm:prSet/>
      <dgm:spPr/>
      <dgm:t>
        <a:bodyPr/>
        <a:lstStyle/>
        <a:p>
          <a:endParaRPr lang="en-US"/>
        </a:p>
      </dgm:t>
    </dgm:pt>
    <dgm:pt modelId="{B0D612DA-7AD4-4BD1-9FE0-46635A7AF17F}" type="sibTrans" cxnId="{06E4CBAC-5437-4845-9FA3-2908B697821D}">
      <dgm:prSet/>
      <dgm:spPr/>
      <dgm:t>
        <a:bodyPr/>
        <a:lstStyle/>
        <a:p>
          <a:endParaRPr lang="en-US"/>
        </a:p>
      </dgm:t>
    </dgm:pt>
    <dgm:pt modelId="{0B0537F4-E411-4B66-B499-493390FCD0B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Handles different file formats easily</a:t>
          </a:r>
          <a:endParaRPr lang="en-US"/>
        </a:p>
      </dgm:t>
    </dgm:pt>
    <dgm:pt modelId="{B0180607-D756-4E92-860F-B03241ACA10D}" type="parTrans" cxnId="{0F7C6C99-D970-4C91-B568-D140E2359196}">
      <dgm:prSet/>
      <dgm:spPr/>
      <dgm:t>
        <a:bodyPr/>
        <a:lstStyle/>
        <a:p>
          <a:endParaRPr lang="en-US"/>
        </a:p>
      </dgm:t>
    </dgm:pt>
    <dgm:pt modelId="{AC505EFA-48A6-422A-A5FF-6A32B0498FD4}" type="sibTrans" cxnId="{0F7C6C99-D970-4C91-B568-D140E2359196}">
      <dgm:prSet/>
      <dgm:spPr/>
      <dgm:t>
        <a:bodyPr/>
        <a:lstStyle/>
        <a:p>
          <a:endParaRPr lang="en-US"/>
        </a:p>
      </dgm:t>
    </dgm:pt>
    <dgm:pt modelId="{B23A7BBE-3081-413E-A886-5F51C93852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Role in pipeline:</a:t>
          </a:r>
          <a:endParaRPr lang="en-US"/>
        </a:p>
      </dgm:t>
    </dgm:pt>
    <dgm:pt modelId="{C536CA7A-2810-4372-95AE-53A502FB0C32}" type="parTrans" cxnId="{47D63130-7803-4360-AF5C-AE277CDBE195}">
      <dgm:prSet/>
      <dgm:spPr/>
      <dgm:t>
        <a:bodyPr/>
        <a:lstStyle/>
        <a:p>
          <a:endParaRPr lang="en-US"/>
        </a:p>
      </dgm:t>
    </dgm:pt>
    <dgm:pt modelId="{E913232F-C5E2-405D-9A17-D6DD6F305D4A}" type="sibTrans" cxnId="{47D63130-7803-4360-AF5C-AE277CDBE195}">
      <dgm:prSet/>
      <dgm:spPr/>
      <dgm:t>
        <a:bodyPr/>
        <a:lstStyle/>
        <a:p>
          <a:endParaRPr lang="en-US"/>
        </a:p>
      </dgm:t>
    </dgm:pt>
    <dgm:pt modelId="{7B38EA1D-F14F-45BE-8CF7-E09E690247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Extract and structure raw document content for processing</a:t>
          </a:r>
        </a:p>
      </dgm:t>
    </dgm:pt>
    <dgm:pt modelId="{519977AC-3B40-44CE-8FA7-F69D55C0E063}" type="parTrans" cxnId="{20CEE2F9-BE4C-4372-B5A0-C38B9DE44072}">
      <dgm:prSet/>
      <dgm:spPr/>
      <dgm:t>
        <a:bodyPr/>
        <a:lstStyle/>
        <a:p>
          <a:endParaRPr lang="en-US"/>
        </a:p>
      </dgm:t>
    </dgm:pt>
    <dgm:pt modelId="{E92B466C-348F-487D-AD16-3C47D056F744}" type="sibTrans" cxnId="{20CEE2F9-BE4C-4372-B5A0-C38B9DE44072}">
      <dgm:prSet/>
      <dgm:spPr/>
      <dgm:t>
        <a:bodyPr/>
        <a:lstStyle/>
        <a:p>
          <a:endParaRPr lang="en-US"/>
        </a:p>
      </dgm:t>
    </dgm:pt>
    <dgm:pt modelId="{BD099516-DA61-499B-BDEE-5E31A45EE60B}" type="pres">
      <dgm:prSet presAssocID="{468BDA17-119B-4086-ADFC-958AB3F509E5}" presName="root" presStyleCnt="0">
        <dgm:presLayoutVars>
          <dgm:dir/>
          <dgm:resizeHandles val="exact"/>
        </dgm:presLayoutVars>
      </dgm:prSet>
      <dgm:spPr/>
    </dgm:pt>
    <dgm:pt modelId="{F71001EF-C849-4363-9FEC-2B626BC0EC75}" type="pres">
      <dgm:prSet presAssocID="{1449121E-3D25-43B5-8F8B-B717E299FBF9}" presName="compNode" presStyleCnt="0"/>
      <dgm:spPr/>
    </dgm:pt>
    <dgm:pt modelId="{B625B84E-B9DE-4EB1-A572-A623BEA48900}" type="pres">
      <dgm:prSet presAssocID="{1449121E-3D25-43B5-8F8B-B717E299FBF9}" presName="bgRect" presStyleLbl="bgShp" presStyleIdx="0" presStyleCnt="5"/>
      <dgm:spPr/>
    </dgm:pt>
    <dgm:pt modelId="{46C1965B-7960-4F7E-88A6-6383E77DAB86}" type="pres">
      <dgm:prSet presAssocID="{1449121E-3D25-43B5-8F8B-B717E299FBF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ournal"/>
        </a:ext>
      </dgm:extLst>
    </dgm:pt>
    <dgm:pt modelId="{F656E8F9-C2EA-4F0D-8FB9-294F9F0C3138}" type="pres">
      <dgm:prSet presAssocID="{1449121E-3D25-43B5-8F8B-B717E299FBF9}" presName="spaceRect" presStyleCnt="0"/>
      <dgm:spPr/>
    </dgm:pt>
    <dgm:pt modelId="{F1FCF960-CF0D-4F59-AF6F-399F314CDC45}" type="pres">
      <dgm:prSet presAssocID="{1449121E-3D25-43B5-8F8B-B717E299FBF9}" presName="parTx" presStyleLbl="revTx" presStyleIdx="0" presStyleCnt="6">
        <dgm:presLayoutVars>
          <dgm:chMax val="0"/>
          <dgm:chPref val="0"/>
        </dgm:presLayoutVars>
      </dgm:prSet>
      <dgm:spPr/>
    </dgm:pt>
    <dgm:pt modelId="{DC438D53-5D68-4C6E-ABAD-3D9988FEFBBE}" type="pres">
      <dgm:prSet presAssocID="{E7DC6AB0-41DA-47FF-B661-D9173E35C198}" presName="sibTrans" presStyleCnt="0"/>
      <dgm:spPr/>
    </dgm:pt>
    <dgm:pt modelId="{361D38E0-B6C8-4705-A1AE-FBA80456487B}" type="pres">
      <dgm:prSet presAssocID="{D18B80F7-DBA6-428B-AD9F-62C649073B41}" presName="compNode" presStyleCnt="0"/>
      <dgm:spPr/>
    </dgm:pt>
    <dgm:pt modelId="{E61B7248-9013-41D6-9299-6B0C8064B720}" type="pres">
      <dgm:prSet presAssocID="{D18B80F7-DBA6-428B-AD9F-62C649073B41}" presName="bgRect" presStyleLbl="bgShp" presStyleIdx="1" presStyleCnt="5"/>
      <dgm:spPr/>
    </dgm:pt>
    <dgm:pt modelId="{B97CF09A-E013-4EF1-B223-9F9E549BC81B}" type="pres">
      <dgm:prSet presAssocID="{D18B80F7-DBA6-428B-AD9F-62C649073B4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75AC148-105A-4B92-98EF-9AA129E2193E}" type="pres">
      <dgm:prSet presAssocID="{D18B80F7-DBA6-428B-AD9F-62C649073B41}" presName="spaceRect" presStyleCnt="0"/>
      <dgm:spPr/>
    </dgm:pt>
    <dgm:pt modelId="{69795112-DED2-4EAD-B4AA-CD5F0D49F1D9}" type="pres">
      <dgm:prSet presAssocID="{D18B80F7-DBA6-428B-AD9F-62C649073B41}" presName="parTx" presStyleLbl="revTx" presStyleIdx="1" presStyleCnt="6">
        <dgm:presLayoutVars>
          <dgm:chMax val="0"/>
          <dgm:chPref val="0"/>
        </dgm:presLayoutVars>
      </dgm:prSet>
      <dgm:spPr/>
    </dgm:pt>
    <dgm:pt modelId="{57D5B4DF-6764-4764-B886-E5A34FEDF089}" type="pres">
      <dgm:prSet presAssocID="{206BAEF0-B0EB-446A-8F37-E13364997402}" presName="sibTrans" presStyleCnt="0"/>
      <dgm:spPr/>
    </dgm:pt>
    <dgm:pt modelId="{EF5F8655-2DD4-4CF6-98DA-BDC9CA409453}" type="pres">
      <dgm:prSet presAssocID="{5F10F0BD-DA4D-4125-A8E1-ABD41480A6D4}" presName="compNode" presStyleCnt="0"/>
      <dgm:spPr/>
    </dgm:pt>
    <dgm:pt modelId="{22ACB9D4-A0BB-4910-8334-A13F0B744D18}" type="pres">
      <dgm:prSet presAssocID="{5F10F0BD-DA4D-4125-A8E1-ABD41480A6D4}" presName="bgRect" presStyleLbl="bgShp" presStyleIdx="2" presStyleCnt="5"/>
      <dgm:spPr/>
    </dgm:pt>
    <dgm:pt modelId="{5B381B47-7CE0-4F44-AA4D-0A8C1A1CDA38}" type="pres">
      <dgm:prSet presAssocID="{5F10F0BD-DA4D-4125-A8E1-ABD41480A6D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162FCF7-5EF3-40AC-9CB0-67649B155A05}" type="pres">
      <dgm:prSet presAssocID="{5F10F0BD-DA4D-4125-A8E1-ABD41480A6D4}" presName="spaceRect" presStyleCnt="0"/>
      <dgm:spPr/>
    </dgm:pt>
    <dgm:pt modelId="{F7F8127D-DD57-41E8-8EA6-E9CF6709D9F6}" type="pres">
      <dgm:prSet presAssocID="{5F10F0BD-DA4D-4125-A8E1-ABD41480A6D4}" presName="parTx" presStyleLbl="revTx" presStyleIdx="2" presStyleCnt="6">
        <dgm:presLayoutVars>
          <dgm:chMax val="0"/>
          <dgm:chPref val="0"/>
        </dgm:presLayoutVars>
      </dgm:prSet>
      <dgm:spPr/>
    </dgm:pt>
    <dgm:pt modelId="{4206DA8E-2657-4CB1-BE00-BEB7BC0DDD46}" type="pres">
      <dgm:prSet presAssocID="{B0D612DA-7AD4-4BD1-9FE0-46635A7AF17F}" presName="sibTrans" presStyleCnt="0"/>
      <dgm:spPr/>
    </dgm:pt>
    <dgm:pt modelId="{4672C579-AC26-482C-A3C3-3967A6234258}" type="pres">
      <dgm:prSet presAssocID="{0B0537F4-E411-4B66-B499-493390FCD0B3}" presName="compNode" presStyleCnt="0"/>
      <dgm:spPr/>
    </dgm:pt>
    <dgm:pt modelId="{601B222D-33CB-40EE-BFD7-064646AB9493}" type="pres">
      <dgm:prSet presAssocID="{0B0537F4-E411-4B66-B499-493390FCD0B3}" presName="bgRect" presStyleLbl="bgShp" presStyleIdx="3" presStyleCnt="5"/>
      <dgm:spPr/>
    </dgm:pt>
    <dgm:pt modelId="{50511D06-529D-4ACB-B555-ADEBE0145D33}" type="pres">
      <dgm:prSet presAssocID="{0B0537F4-E411-4B66-B499-493390FCD0B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3F1F31D7-EA51-4470-A8ED-6599E9C4EC74}" type="pres">
      <dgm:prSet presAssocID="{0B0537F4-E411-4B66-B499-493390FCD0B3}" presName="spaceRect" presStyleCnt="0"/>
      <dgm:spPr/>
    </dgm:pt>
    <dgm:pt modelId="{AACEF632-EB30-4492-9EBC-DB4BEC53E26E}" type="pres">
      <dgm:prSet presAssocID="{0B0537F4-E411-4B66-B499-493390FCD0B3}" presName="parTx" presStyleLbl="revTx" presStyleIdx="3" presStyleCnt="6">
        <dgm:presLayoutVars>
          <dgm:chMax val="0"/>
          <dgm:chPref val="0"/>
        </dgm:presLayoutVars>
      </dgm:prSet>
      <dgm:spPr/>
    </dgm:pt>
    <dgm:pt modelId="{F9F0147C-5BEE-48EA-B569-4B48E2D1FFFB}" type="pres">
      <dgm:prSet presAssocID="{AC505EFA-48A6-422A-A5FF-6A32B0498FD4}" presName="sibTrans" presStyleCnt="0"/>
      <dgm:spPr/>
    </dgm:pt>
    <dgm:pt modelId="{CB84CD81-6080-4E9D-9FA8-BC81B6D84E4B}" type="pres">
      <dgm:prSet presAssocID="{B23A7BBE-3081-413E-A886-5F51C938524A}" presName="compNode" presStyleCnt="0"/>
      <dgm:spPr/>
    </dgm:pt>
    <dgm:pt modelId="{60CAFA32-CDFD-4FAE-8BB3-64AD1EE25D97}" type="pres">
      <dgm:prSet presAssocID="{B23A7BBE-3081-413E-A886-5F51C938524A}" presName="bgRect" presStyleLbl="bgShp" presStyleIdx="4" presStyleCnt="5"/>
      <dgm:spPr/>
    </dgm:pt>
    <dgm:pt modelId="{C44382A7-8168-41DB-BC92-4A09689A9A80}" type="pres">
      <dgm:prSet presAssocID="{B23A7BBE-3081-413E-A886-5F51C938524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F2968CE-5279-463A-95A0-EAC2A42B77C3}" type="pres">
      <dgm:prSet presAssocID="{B23A7BBE-3081-413E-A886-5F51C938524A}" presName="spaceRect" presStyleCnt="0"/>
      <dgm:spPr/>
    </dgm:pt>
    <dgm:pt modelId="{94E1D31C-3610-44FD-9251-29A3484B1E9F}" type="pres">
      <dgm:prSet presAssocID="{B23A7BBE-3081-413E-A886-5F51C938524A}" presName="parTx" presStyleLbl="revTx" presStyleIdx="4" presStyleCnt="6">
        <dgm:presLayoutVars>
          <dgm:chMax val="0"/>
          <dgm:chPref val="0"/>
        </dgm:presLayoutVars>
      </dgm:prSet>
      <dgm:spPr/>
    </dgm:pt>
    <dgm:pt modelId="{608404FC-1A46-48F8-B3B6-D1E4847DD3EE}" type="pres">
      <dgm:prSet presAssocID="{B23A7BBE-3081-413E-A886-5F51C938524A}" presName="desTx" presStyleLbl="revTx" presStyleIdx="5" presStyleCnt="6" custLinFactNeighborX="0">
        <dgm:presLayoutVars/>
      </dgm:prSet>
      <dgm:spPr/>
    </dgm:pt>
  </dgm:ptLst>
  <dgm:cxnLst>
    <dgm:cxn modelId="{59151712-D35A-480B-8C68-396CE5ACD25E}" type="presOf" srcId="{0B0537F4-E411-4B66-B499-493390FCD0B3}" destId="{AACEF632-EB30-4492-9EBC-DB4BEC53E26E}" srcOrd="0" destOrd="0" presId="urn:microsoft.com/office/officeart/2018/2/layout/IconVerticalSolidList"/>
    <dgm:cxn modelId="{B6CD462B-26F3-44AB-B31F-FFDD15EBDE10}" srcId="{468BDA17-119B-4086-ADFC-958AB3F509E5}" destId="{1449121E-3D25-43B5-8F8B-B717E299FBF9}" srcOrd="0" destOrd="0" parTransId="{1FBE53EF-1FA2-417F-A2CF-09469AF35992}" sibTransId="{E7DC6AB0-41DA-47FF-B661-D9173E35C198}"/>
    <dgm:cxn modelId="{47D63130-7803-4360-AF5C-AE277CDBE195}" srcId="{468BDA17-119B-4086-ADFC-958AB3F509E5}" destId="{B23A7BBE-3081-413E-A886-5F51C938524A}" srcOrd="4" destOrd="0" parTransId="{C536CA7A-2810-4372-95AE-53A502FB0C32}" sibTransId="{E913232F-C5E2-405D-9A17-D6DD6F305D4A}"/>
    <dgm:cxn modelId="{F9DBA345-C363-471B-A68F-487C69DF58FF}" type="presOf" srcId="{B23A7BBE-3081-413E-A886-5F51C938524A}" destId="{94E1D31C-3610-44FD-9251-29A3484B1E9F}" srcOrd="0" destOrd="0" presId="urn:microsoft.com/office/officeart/2018/2/layout/IconVerticalSolidList"/>
    <dgm:cxn modelId="{526EFE74-A9C7-4E58-8762-6120FF1773E2}" type="presOf" srcId="{D18B80F7-DBA6-428B-AD9F-62C649073B41}" destId="{69795112-DED2-4EAD-B4AA-CD5F0D49F1D9}" srcOrd="0" destOrd="0" presId="urn:microsoft.com/office/officeart/2018/2/layout/IconVerticalSolidList"/>
    <dgm:cxn modelId="{7B15727A-D353-462B-9ED7-4E1A09463C78}" type="presOf" srcId="{468BDA17-119B-4086-ADFC-958AB3F509E5}" destId="{BD099516-DA61-499B-BDEE-5E31A45EE60B}" srcOrd="0" destOrd="0" presId="urn:microsoft.com/office/officeart/2018/2/layout/IconVerticalSolidList"/>
    <dgm:cxn modelId="{0F7C6C99-D970-4C91-B568-D140E2359196}" srcId="{468BDA17-119B-4086-ADFC-958AB3F509E5}" destId="{0B0537F4-E411-4B66-B499-493390FCD0B3}" srcOrd="3" destOrd="0" parTransId="{B0180607-D756-4E92-860F-B03241ACA10D}" sibTransId="{AC505EFA-48A6-422A-A5FF-6A32B0498FD4}"/>
    <dgm:cxn modelId="{2963FB9C-7880-49D6-96E7-4A89923D0815}" srcId="{468BDA17-119B-4086-ADFC-958AB3F509E5}" destId="{D18B80F7-DBA6-428B-AD9F-62C649073B41}" srcOrd="1" destOrd="0" parTransId="{B6D38CE0-5D23-4E0D-8F2C-B20507E765FC}" sibTransId="{206BAEF0-B0EB-446A-8F37-E13364997402}"/>
    <dgm:cxn modelId="{06E4CBAC-5437-4845-9FA3-2908B697821D}" srcId="{468BDA17-119B-4086-ADFC-958AB3F509E5}" destId="{5F10F0BD-DA4D-4125-A8E1-ABD41480A6D4}" srcOrd="2" destOrd="0" parTransId="{1690DAD3-C2C2-42C7-ADFD-DF695D7FD4AA}" sibTransId="{B0D612DA-7AD4-4BD1-9FE0-46635A7AF17F}"/>
    <dgm:cxn modelId="{712B12AD-AC41-47F0-A81E-9AFF693581F9}" type="presOf" srcId="{7B38EA1D-F14F-45BE-8CF7-E09E69024752}" destId="{608404FC-1A46-48F8-B3B6-D1E4847DD3EE}" srcOrd="0" destOrd="0" presId="urn:microsoft.com/office/officeart/2018/2/layout/IconVerticalSolidList"/>
    <dgm:cxn modelId="{783660E1-F35B-4707-8464-1AC850DF9DC6}" type="presOf" srcId="{1449121E-3D25-43B5-8F8B-B717E299FBF9}" destId="{F1FCF960-CF0D-4F59-AF6F-399F314CDC45}" srcOrd="0" destOrd="0" presId="urn:microsoft.com/office/officeart/2018/2/layout/IconVerticalSolidList"/>
    <dgm:cxn modelId="{AF68F7EF-B709-473B-91D9-5ECBD34EA29C}" type="presOf" srcId="{5F10F0BD-DA4D-4125-A8E1-ABD41480A6D4}" destId="{F7F8127D-DD57-41E8-8EA6-E9CF6709D9F6}" srcOrd="0" destOrd="0" presId="urn:microsoft.com/office/officeart/2018/2/layout/IconVerticalSolidList"/>
    <dgm:cxn modelId="{20CEE2F9-BE4C-4372-B5A0-C38B9DE44072}" srcId="{B23A7BBE-3081-413E-A886-5F51C938524A}" destId="{7B38EA1D-F14F-45BE-8CF7-E09E69024752}" srcOrd="0" destOrd="0" parTransId="{519977AC-3B40-44CE-8FA7-F69D55C0E063}" sibTransId="{E92B466C-348F-487D-AD16-3C47D056F744}"/>
    <dgm:cxn modelId="{B8C152BC-C2FA-4C90-B967-2C1B8AE32768}" type="presParOf" srcId="{BD099516-DA61-499B-BDEE-5E31A45EE60B}" destId="{F71001EF-C849-4363-9FEC-2B626BC0EC75}" srcOrd="0" destOrd="0" presId="urn:microsoft.com/office/officeart/2018/2/layout/IconVerticalSolidList"/>
    <dgm:cxn modelId="{E11F5D3C-ACEE-4A37-A949-AC183495702B}" type="presParOf" srcId="{F71001EF-C849-4363-9FEC-2B626BC0EC75}" destId="{B625B84E-B9DE-4EB1-A572-A623BEA48900}" srcOrd="0" destOrd="0" presId="urn:microsoft.com/office/officeart/2018/2/layout/IconVerticalSolidList"/>
    <dgm:cxn modelId="{DF3F91E8-DACC-467D-8486-84224EBB1CFB}" type="presParOf" srcId="{F71001EF-C849-4363-9FEC-2B626BC0EC75}" destId="{46C1965B-7960-4F7E-88A6-6383E77DAB86}" srcOrd="1" destOrd="0" presId="urn:microsoft.com/office/officeart/2018/2/layout/IconVerticalSolidList"/>
    <dgm:cxn modelId="{A3E0D354-E3FD-4DA9-89AB-C06DD3FFC132}" type="presParOf" srcId="{F71001EF-C849-4363-9FEC-2B626BC0EC75}" destId="{F656E8F9-C2EA-4F0D-8FB9-294F9F0C3138}" srcOrd="2" destOrd="0" presId="urn:microsoft.com/office/officeart/2018/2/layout/IconVerticalSolidList"/>
    <dgm:cxn modelId="{26109340-55A2-46A2-AA23-DBB204E34DF9}" type="presParOf" srcId="{F71001EF-C849-4363-9FEC-2B626BC0EC75}" destId="{F1FCF960-CF0D-4F59-AF6F-399F314CDC45}" srcOrd="3" destOrd="0" presId="urn:microsoft.com/office/officeart/2018/2/layout/IconVerticalSolidList"/>
    <dgm:cxn modelId="{510B1430-8287-41A4-AC5B-0AB2571D59F5}" type="presParOf" srcId="{BD099516-DA61-499B-BDEE-5E31A45EE60B}" destId="{DC438D53-5D68-4C6E-ABAD-3D9988FEFBBE}" srcOrd="1" destOrd="0" presId="urn:microsoft.com/office/officeart/2018/2/layout/IconVerticalSolidList"/>
    <dgm:cxn modelId="{51E7B3F6-94F7-42ED-A06D-D1CAF17E28CB}" type="presParOf" srcId="{BD099516-DA61-499B-BDEE-5E31A45EE60B}" destId="{361D38E0-B6C8-4705-A1AE-FBA80456487B}" srcOrd="2" destOrd="0" presId="urn:microsoft.com/office/officeart/2018/2/layout/IconVerticalSolidList"/>
    <dgm:cxn modelId="{9191ADB4-0E1C-4B7A-9B72-6F51D7C4A361}" type="presParOf" srcId="{361D38E0-B6C8-4705-A1AE-FBA80456487B}" destId="{E61B7248-9013-41D6-9299-6B0C8064B720}" srcOrd="0" destOrd="0" presId="urn:microsoft.com/office/officeart/2018/2/layout/IconVerticalSolidList"/>
    <dgm:cxn modelId="{DBF19DA9-76B9-4947-ABB7-6D36EFDC0F01}" type="presParOf" srcId="{361D38E0-B6C8-4705-A1AE-FBA80456487B}" destId="{B97CF09A-E013-4EF1-B223-9F9E549BC81B}" srcOrd="1" destOrd="0" presId="urn:microsoft.com/office/officeart/2018/2/layout/IconVerticalSolidList"/>
    <dgm:cxn modelId="{AB629652-03AC-4E0C-B3ED-92431E95262A}" type="presParOf" srcId="{361D38E0-B6C8-4705-A1AE-FBA80456487B}" destId="{575AC148-105A-4B92-98EF-9AA129E2193E}" srcOrd="2" destOrd="0" presId="urn:microsoft.com/office/officeart/2018/2/layout/IconVerticalSolidList"/>
    <dgm:cxn modelId="{D01999CF-784F-41E9-8E69-197C2D45523A}" type="presParOf" srcId="{361D38E0-B6C8-4705-A1AE-FBA80456487B}" destId="{69795112-DED2-4EAD-B4AA-CD5F0D49F1D9}" srcOrd="3" destOrd="0" presId="urn:microsoft.com/office/officeart/2018/2/layout/IconVerticalSolidList"/>
    <dgm:cxn modelId="{43167738-D841-4C24-B941-AF4EAD9E7EF6}" type="presParOf" srcId="{BD099516-DA61-499B-BDEE-5E31A45EE60B}" destId="{57D5B4DF-6764-4764-B886-E5A34FEDF089}" srcOrd="3" destOrd="0" presId="urn:microsoft.com/office/officeart/2018/2/layout/IconVerticalSolidList"/>
    <dgm:cxn modelId="{33FF909C-C565-49D7-A2B6-F7F509969663}" type="presParOf" srcId="{BD099516-DA61-499B-BDEE-5E31A45EE60B}" destId="{EF5F8655-2DD4-4CF6-98DA-BDC9CA409453}" srcOrd="4" destOrd="0" presId="urn:microsoft.com/office/officeart/2018/2/layout/IconVerticalSolidList"/>
    <dgm:cxn modelId="{78F44187-0E3E-4C51-B822-8A4D70E34BB4}" type="presParOf" srcId="{EF5F8655-2DD4-4CF6-98DA-BDC9CA409453}" destId="{22ACB9D4-A0BB-4910-8334-A13F0B744D18}" srcOrd="0" destOrd="0" presId="urn:microsoft.com/office/officeart/2018/2/layout/IconVerticalSolidList"/>
    <dgm:cxn modelId="{B6C8FDD9-C560-4375-8C39-7223802723A2}" type="presParOf" srcId="{EF5F8655-2DD4-4CF6-98DA-BDC9CA409453}" destId="{5B381B47-7CE0-4F44-AA4D-0A8C1A1CDA38}" srcOrd="1" destOrd="0" presId="urn:microsoft.com/office/officeart/2018/2/layout/IconVerticalSolidList"/>
    <dgm:cxn modelId="{64DFE182-58AC-4FFB-AABB-357E3E859B01}" type="presParOf" srcId="{EF5F8655-2DD4-4CF6-98DA-BDC9CA409453}" destId="{C162FCF7-5EF3-40AC-9CB0-67649B155A05}" srcOrd="2" destOrd="0" presId="urn:microsoft.com/office/officeart/2018/2/layout/IconVerticalSolidList"/>
    <dgm:cxn modelId="{376EFF60-3431-46F5-B4EB-AF9A8A9FC4EA}" type="presParOf" srcId="{EF5F8655-2DD4-4CF6-98DA-BDC9CA409453}" destId="{F7F8127D-DD57-41E8-8EA6-E9CF6709D9F6}" srcOrd="3" destOrd="0" presId="urn:microsoft.com/office/officeart/2018/2/layout/IconVerticalSolidList"/>
    <dgm:cxn modelId="{CB65E191-4E15-418E-9426-75DE7472E535}" type="presParOf" srcId="{BD099516-DA61-499B-BDEE-5E31A45EE60B}" destId="{4206DA8E-2657-4CB1-BE00-BEB7BC0DDD46}" srcOrd="5" destOrd="0" presId="urn:microsoft.com/office/officeart/2018/2/layout/IconVerticalSolidList"/>
    <dgm:cxn modelId="{F48EF42A-7FBB-4053-BBAE-03BB1E918BC0}" type="presParOf" srcId="{BD099516-DA61-499B-BDEE-5E31A45EE60B}" destId="{4672C579-AC26-482C-A3C3-3967A6234258}" srcOrd="6" destOrd="0" presId="urn:microsoft.com/office/officeart/2018/2/layout/IconVerticalSolidList"/>
    <dgm:cxn modelId="{7AA043BA-7DD5-4922-94AE-7FAEE7E8B350}" type="presParOf" srcId="{4672C579-AC26-482C-A3C3-3967A6234258}" destId="{601B222D-33CB-40EE-BFD7-064646AB9493}" srcOrd="0" destOrd="0" presId="urn:microsoft.com/office/officeart/2018/2/layout/IconVerticalSolidList"/>
    <dgm:cxn modelId="{0A62A804-4218-4BB6-9FA6-9721DB9BF326}" type="presParOf" srcId="{4672C579-AC26-482C-A3C3-3967A6234258}" destId="{50511D06-529D-4ACB-B555-ADEBE0145D33}" srcOrd="1" destOrd="0" presId="urn:microsoft.com/office/officeart/2018/2/layout/IconVerticalSolidList"/>
    <dgm:cxn modelId="{918737CE-EDF4-4F74-9A5B-02B7A9A00E4B}" type="presParOf" srcId="{4672C579-AC26-482C-A3C3-3967A6234258}" destId="{3F1F31D7-EA51-4470-A8ED-6599E9C4EC74}" srcOrd="2" destOrd="0" presId="urn:microsoft.com/office/officeart/2018/2/layout/IconVerticalSolidList"/>
    <dgm:cxn modelId="{17F3EE0E-5AB7-4B78-86C4-1805EEF77BFE}" type="presParOf" srcId="{4672C579-AC26-482C-A3C3-3967A6234258}" destId="{AACEF632-EB30-4492-9EBC-DB4BEC53E26E}" srcOrd="3" destOrd="0" presId="urn:microsoft.com/office/officeart/2018/2/layout/IconVerticalSolidList"/>
    <dgm:cxn modelId="{55532D55-3628-44F7-9163-F94EBC898861}" type="presParOf" srcId="{BD099516-DA61-499B-BDEE-5E31A45EE60B}" destId="{F9F0147C-5BEE-48EA-B569-4B48E2D1FFFB}" srcOrd="7" destOrd="0" presId="urn:microsoft.com/office/officeart/2018/2/layout/IconVerticalSolidList"/>
    <dgm:cxn modelId="{71E477D6-1655-4F7A-B3F8-82701CEAB4D4}" type="presParOf" srcId="{BD099516-DA61-499B-BDEE-5E31A45EE60B}" destId="{CB84CD81-6080-4E9D-9FA8-BC81B6D84E4B}" srcOrd="8" destOrd="0" presId="urn:microsoft.com/office/officeart/2018/2/layout/IconVerticalSolidList"/>
    <dgm:cxn modelId="{190663DB-2412-414C-9670-D141666D94A4}" type="presParOf" srcId="{CB84CD81-6080-4E9D-9FA8-BC81B6D84E4B}" destId="{60CAFA32-CDFD-4FAE-8BB3-64AD1EE25D97}" srcOrd="0" destOrd="0" presId="urn:microsoft.com/office/officeart/2018/2/layout/IconVerticalSolidList"/>
    <dgm:cxn modelId="{C82AF2CA-3AA0-4B4E-A4BC-2FEF75C1F4DD}" type="presParOf" srcId="{CB84CD81-6080-4E9D-9FA8-BC81B6D84E4B}" destId="{C44382A7-8168-41DB-BC92-4A09689A9A80}" srcOrd="1" destOrd="0" presId="urn:microsoft.com/office/officeart/2018/2/layout/IconVerticalSolidList"/>
    <dgm:cxn modelId="{30807571-5474-477F-84B5-96300704C459}" type="presParOf" srcId="{CB84CD81-6080-4E9D-9FA8-BC81B6D84E4B}" destId="{1F2968CE-5279-463A-95A0-EAC2A42B77C3}" srcOrd="2" destOrd="0" presId="urn:microsoft.com/office/officeart/2018/2/layout/IconVerticalSolidList"/>
    <dgm:cxn modelId="{3244EFAE-D5F5-47E7-BD83-16E48524A863}" type="presParOf" srcId="{CB84CD81-6080-4E9D-9FA8-BC81B6D84E4B}" destId="{94E1D31C-3610-44FD-9251-29A3484B1E9F}" srcOrd="3" destOrd="0" presId="urn:microsoft.com/office/officeart/2018/2/layout/IconVerticalSolidList"/>
    <dgm:cxn modelId="{D83E866D-1EDE-47F8-AE73-CF21450447B8}" type="presParOf" srcId="{CB84CD81-6080-4E9D-9FA8-BC81B6D84E4B}" destId="{608404FC-1A46-48F8-B3B6-D1E4847DD3E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F0021A-AAEC-4DA9-9514-5CABA5858E3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8F65E1-C49F-4C33-8035-319DB52C4D6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Splits large documents into smaller chunks </a:t>
          </a:r>
          <a:endParaRPr lang="en-US"/>
        </a:p>
      </dgm:t>
    </dgm:pt>
    <dgm:pt modelId="{29D30770-15F8-459E-9724-6EE47E52721C}" type="parTrans" cxnId="{5E07DED4-0777-4FD9-AB9A-44ED5C4DA28A}">
      <dgm:prSet/>
      <dgm:spPr/>
      <dgm:t>
        <a:bodyPr/>
        <a:lstStyle/>
        <a:p>
          <a:endParaRPr lang="en-US"/>
        </a:p>
      </dgm:t>
    </dgm:pt>
    <dgm:pt modelId="{CA00D88D-775E-4288-82C6-982151E9F6E1}" type="sibTrans" cxnId="{5E07DED4-0777-4FD9-AB9A-44ED5C4DA28A}">
      <dgm:prSet/>
      <dgm:spPr/>
      <dgm:t>
        <a:bodyPr/>
        <a:lstStyle/>
        <a:p>
          <a:endParaRPr lang="en-US"/>
        </a:p>
      </dgm:t>
    </dgm:pt>
    <dgm:pt modelId="{50E9EA1A-D0BA-4B84-BFC6-D8AA99DF43C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Using </a:t>
          </a:r>
          <a:r>
            <a:rPr lang="fr-FR" b="1"/>
            <a:t>RecursiveCharacterTextSplitter (LangChain)</a:t>
          </a:r>
          <a:r>
            <a:rPr lang="fr-FR"/>
            <a:t> </a:t>
          </a:r>
          <a:endParaRPr lang="en-US"/>
        </a:p>
      </dgm:t>
    </dgm:pt>
    <dgm:pt modelId="{C694A73E-702E-4FBE-B588-F19AF9270B12}" type="parTrans" cxnId="{8901508A-62E2-4E47-BA65-BD4887CD33CB}">
      <dgm:prSet/>
      <dgm:spPr/>
      <dgm:t>
        <a:bodyPr/>
        <a:lstStyle/>
        <a:p>
          <a:endParaRPr lang="en-US"/>
        </a:p>
      </dgm:t>
    </dgm:pt>
    <dgm:pt modelId="{CC4A477F-DB45-4016-911D-5C1477FFCEA4}" type="sibTrans" cxnId="{8901508A-62E2-4E47-BA65-BD4887CD33CB}">
      <dgm:prSet/>
      <dgm:spPr/>
      <dgm:t>
        <a:bodyPr/>
        <a:lstStyle/>
        <a:p>
          <a:endParaRPr lang="en-US"/>
        </a:p>
      </dgm:t>
    </dgm:pt>
    <dgm:pt modelId="{1A66137D-1511-4BD6-BFE4-2C0E2FEABDA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Preserves semantic coherence within chunks </a:t>
          </a:r>
          <a:endParaRPr lang="en-US"/>
        </a:p>
      </dgm:t>
    </dgm:pt>
    <dgm:pt modelId="{C423FF0C-813F-4390-91E1-4030934CF68E}" type="parTrans" cxnId="{EF33F529-9411-4775-93A0-6ED8DA9E9D02}">
      <dgm:prSet/>
      <dgm:spPr/>
      <dgm:t>
        <a:bodyPr/>
        <a:lstStyle/>
        <a:p>
          <a:endParaRPr lang="en-US"/>
        </a:p>
      </dgm:t>
    </dgm:pt>
    <dgm:pt modelId="{352C3AEC-629C-465E-BCE8-D081D9E9DF72}" type="sibTrans" cxnId="{EF33F529-9411-4775-93A0-6ED8DA9E9D02}">
      <dgm:prSet/>
      <dgm:spPr/>
      <dgm:t>
        <a:bodyPr/>
        <a:lstStyle/>
        <a:p>
          <a:endParaRPr lang="en-US"/>
        </a:p>
      </dgm:t>
    </dgm:pt>
    <dgm:pt modelId="{1F404EE6-31CA-4449-A6AF-1647DF2A949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Improves retrieval accuracy and efficiency</a:t>
          </a:r>
          <a:endParaRPr lang="en-US"/>
        </a:p>
      </dgm:t>
    </dgm:pt>
    <dgm:pt modelId="{A81496F1-566B-45E0-9552-548DAD94872C}" type="parTrans" cxnId="{E1BA9A86-C201-4EB1-B593-E45659A5E4C6}">
      <dgm:prSet/>
      <dgm:spPr/>
      <dgm:t>
        <a:bodyPr/>
        <a:lstStyle/>
        <a:p>
          <a:endParaRPr lang="en-US"/>
        </a:p>
      </dgm:t>
    </dgm:pt>
    <dgm:pt modelId="{6F349A0F-DFA9-4195-96C3-ECA2D1553BC2}" type="sibTrans" cxnId="{E1BA9A86-C201-4EB1-B593-E45659A5E4C6}">
      <dgm:prSet/>
      <dgm:spPr/>
      <dgm:t>
        <a:bodyPr/>
        <a:lstStyle/>
        <a:p>
          <a:endParaRPr lang="en-US"/>
        </a:p>
      </dgm:t>
    </dgm:pt>
    <dgm:pt modelId="{E7CC2A18-BC59-49AD-A97B-18CF688F7A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Role in pipeline:</a:t>
          </a:r>
          <a:endParaRPr lang="en-US"/>
        </a:p>
      </dgm:t>
    </dgm:pt>
    <dgm:pt modelId="{53A950B7-AAB0-4DF6-A45F-71526DFE7E0E}" type="parTrans" cxnId="{9500A273-D77F-4E16-BF30-6CD8F086370D}">
      <dgm:prSet/>
      <dgm:spPr/>
      <dgm:t>
        <a:bodyPr/>
        <a:lstStyle/>
        <a:p>
          <a:endParaRPr lang="en-US"/>
        </a:p>
      </dgm:t>
    </dgm:pt>
    <dgm:pt modelId="{01516933-39DB-47AA-9537-7182AE7DD695}" type="sibTrans" cxnId="{9500A273-D77F-4E16-BF30-6CD8F086370D}">
      <dgm:prSet/>
      <dgm:spPr/>
      <dgm:t>
        <a:bodyPr/>
        <a:lstStyle/>
        <a:p>
          <a:endParaRPr lang="en-US"/>
        </a:p>
      </dgm:t>
    </dgm:pt>
    <dgm:pt modelId="{D397AF2B-9BD4-4D22-8524-E61F4D970D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manageable text segments for embedding and retrieval</a:t>
          </a:r>
        </a:p>
      </dgm:t>
    </dgm:pt>
    <dgm:pt modelId="{1DFD4733-EDF4-4AB6-9A5C-99E5DE8D0E0A}" type="parTrans" cxnId="{6A06A87D-DA75-4B3E-9EAA-2A11F61E2E28}">
      <dgm:prSet/>
      <dgm:spPr/>
      <dgm:t>
        <a:bodyPr/>
        <a:lstStyle/>
        <a:p>
          <a:endParaRPr lang="en-US"/>
        </a:p>
      </dgm:t>
    </dgm:pt>
    <dgm:pt modelId="{6D013AA4-85DF-4215-81E1-A4456D806962}" type="sibTrans" cxnId="{6A06A87D-DA75-4B3E-9EAA-2A11F61E2E28}">
      <dgm:prSet/>
      <dgm:spPr/>
      <dgm:t>
        <a:bodyPr/>
        <a:lstStyle/>
        <a:p>
          <a:endParaRPr lang="en-US"/>
        </a:p>
      </dgm:t>
    </dgm:pt>
    <dgm:pt modelId="{59074A10-F046-4949-9E8F-4E8D18049316}" type="pres">
      <dgm:prSet presAssocID="{AEF0021A-AAEC-4DA9-9514-5CABA5858E38}" presName="root" presStyleCnt="0">
        <dgm:presLayoutVars>
          <dgm:dir/>
          <dgm:resizeHandles val="exact"/>
        </dgm:presLayoutVars>
      </dgm:prSet>
      <dgm:spPr/>
    </dgm:pt>
    <dgm:pt modelId="{B94B1177-66CA-4F23-8B69-243F0DDB25B9}" type="pres">
      <dgm:prSet presAssocID="{338F65E1-C49F-4C33-8035-319DB52C4D6F}" presName="compNode" presStyleCnt="0"/>
      <dgm:spPr/>
    </dgm:pt>
    <dgm:pt modelId="{0F087920-A78A-441A-A1A4-BDDC3E7F9D92}" type="pres">
      <dgm:prSet presAssocID="{338F65E1-C49F-4C33-8035-319DB52C4D6F}" presName="bgRect" presStyleLbl="bgShp" presStyleIdx="0" presStyleCnt="5"/>
      <dgm:spPr/>
    </dgm:pt>
    <dgm:pt modelId="{AF86C8FE-F665-49DA-BB2C-99E31EFFC135}" type="pres">
      <dgm:prSet presAssocID="{338F65E1-C49F-4C33-8035-319DB52C4D6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778DA36-9870-4CC6-899C-788A88D860E7}" type="pres">
      <dgm:prSet presAssocID="{338F65E1-C49F-4C33-8035-319DB52C4D6F}" presName="spaceRect" presStyleCnt="0"/>
      <dgm:spPr/>
    </dgm:pt>
    <dgm:pt modelId="{C3CC0AD2-546F-4777-9954-79BF6FE02C53}" type="pres">
      <dgm:prSet presAssocID="{338F65E1-C49F-4C33-8035-319DB52C4D6F}" presName="parTx" presStyleLbl="revTx" presStyleIdx="0" presStyleCnt="6">
        <dgm:presLayoutVars>
          <dgm:chMax val="0"/>
          <dgm:chPref val="0"/>
        </dgm:presLayoutVars>
      </dgm:prSet>
      <dgm:spPr/>
    </dgm:pt>
    <dgm:pt modelId="{7506A04B-D4DD-469E-87D7-5EEB403B1759}" type="pres">
      <dgm:prSet presAssocID="{CA00D88D-775E-4288-82C6-982151E9F6E1}" presName="sibTrans" presStyleCnt="0"/>
      <dgm:spPr/>
    </dgm:pt>
    <dgm:pt modelId="{A194AE19-F2F2-45BA-B74E-6702CAD18DFF}" type="pres">
      <dgm:prSet presAssocID="{50E9EA1A-D0BA-4B84-BFC6-D8AA99DF43CA}" presName="compNode" presStyleCnt="0"/>
      <dgm:spPr/>
    </dgm:pt>
    <dgm:pt modelId="{326977B5-601F-43C1-A824-E62CF64C3AE6}" type="pres">
      <dgm:prSet presAssocID="{50E9EA1A-D0BA-4B84-BFC6-D8AA99DF43CA}" presName="bgRect" presStyleLbl="bgShp" presStyleIdx="1" presStyleCnt="5"/>
      <dgm:spPr/>
    </dgm:pt>
    <dgm:pt modelId="{F27AD392-1AEE-4D9F-9FB6-3EC3929F792F}" type="pres">
      <dgm:prSet presAssocID="{50E9EA1A-D0BA-4B84-BFC6-D8AA99DF43C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1E5D7AE2-AEB5-4A78-9CA1-F491AA7E70A8}" type="pres">
      <dgm:prSet presAssocID="{50E9EA1A-D0BA-4B84-BFC6-D8AA99DF43CA}" presName="spaceRect" presStyleCnt="0"/>
      <dgm:spPr/>
    </dgm:pt>
    <dgm:pt modelId="{FC1DFA5A-58AB-4490-86DD-B8C4D76D91A8}" type="pres">
      <dgm:prSet presAssocID="{50E9EA1A-D0BA-4B84-BFC6-D8AA99DF43CA}" presName="parTx" presStyleLbl="revTx" presStyleIdx="1" presStyleCnt="6">
        <dgm:presLayoutVars>
          <dgm:chMax val="0"/>
          <dgm:chPref val="0"/>
        </dgm:presLayoutVars>
      </dgm:prSet>
      <dgm:spPr/>
    </dgm:pt>
    <dgm:pt modelId="{6E59A5F2-71E0-4004-A727-B8AB1E7E19F3}" type="pres">
      <dgm:prSet presAssocID="{CC4A477F-DB45-4016-911D-5C1477FFCEA4}" presName="sibTrans" presStyleCnt="0"/>
      <dgm:spPr/>
    </dgm:pt>
    <dgm:pt modelId="{0B488167-7111-4991-9D7F-BBD053D468AE}" type="pres">
      <dgm:prSet presAssocID="{1A66137D-1511-4BD6-BFE4-2C0E2FEABDA7}" presName="compNode" presStyleCnt="0"/>
      <dgm:spPr/>
    </dgm:pt>
    <dgm:pt modelId="{A286FF54-F7AE-4E7D-98F2-7B075827C098}" type="pres">
      <dgm:prSet presAssocID="{1A66137D-1511-4BD6-BFE4-2C0E2FEABDA7}" presName="bgRect" presStyleLbl="bgShp" presStyleIdx="2" presStyleCnt="5"/>
      <dgm:spPr/>
    </dgm:pt>
    <dgm:pt modelId="{ABF4A782-B5A8-45D0-B867-2B690495AB0D}" type="pres">
      <dgm:prSet presAssocID="{1A66137D-1511-4BD6-BFE4-2C0E2FEABDA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9A42D2FE-C51A-4489-993C-B259BB8B5B11}" type="pres">
      <dgm:prSet presAssocID="{1A66137D-1511-4BD6-BFE4-2C0E2FEABDA7}" presName="spaceRect" presStyleCnt="0"/>
      <dgm:spPr/>
    </dgm:pt>
    <dgm:pt modelId="{B2F83E6F-AB03-42C8-A411-C5091BF2CAB4}" type="pres">
      <dgm:prSet presAssocID="{1A66137D-1511-4BD6-BFE4-2C0E2FEABDA7}" presName="parTx" presStyleLbl="revTx" presStyleIdx="2" presStyleCnt="6">
        <dgm:presLayoutVars>
          <dgm:chMax val="0"/>
          <dgm:chPref val="0"/>
        </dgm:presLayoutVars>
      </dgm:prSet>
      <dgm:spPr/>
    </dgm:pt>
    <dgm:pt modelId="{F95127E1-CDFF-4B77-BC1D-C8FBBCE3216A}" type="pres">
      <dgm:prSet presAssocID="{352C3AEC-629C-465E-BCE8-D081D9E9DF72}" presName="sibTrans" presStyleCnt="0"/>
      <dgm:spPr/>
    </dgm:pt>
    <dgm:pt modelId="{77F44F24-3160-42CE-B54C-F15E67A65003}" type="pres">
      <dgm:prSet presAssocID="{1F404EE6-31CA-4449-A6AF-1647DF2A9492}" presName="compNode" presStyleCnt="0"/>
      <dgm:spPr/>
    </dgm:pt>
    <dgm:pt modelId="{95FE701E-C5FE-4297-961B-C7E326A40C05}" type="pres">
      <dgm:prSet presAssocID="{1F404EE6-31CA-4449-A6AF-1647DF2A9492}" presName="bgRect" presStyleLbl="bgShp" presStyleIdx="3" presStyleCnt="5"/>
      <dgm:spPr/>
    </dgm:pt>
    <dgm:pt modelId="{430FF06B-67E7-4656-A383-96C94B5EDD3A}" type="pres">
      <dgm:prSet presAssocID="{1F404EE6-31CA-4449-A6AF-1647DF2A949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ronomètre"/>
        </a:ext>
      </dgm:extLst>
    </dgm:pt>
    <dgm:pt modelId="{1BCE4EB3-AA2F-44C5-88CF-A57E442DFB4D}" type="pres">
      <dgm:prSet presAssocID="{1F404EE6-31CA-4449-A6AF-1647DF2A9492}" presName="spaceRect" presStyleCnt="0"/>
      <dgm:spPr/>
    </dgm:pt>
    <dgm:pt modelId="{AE295115-E9DF-476A-B906-2BE0D1FE0857}" type="pres">
      <dgm:prSet presAssocID="{1F404EE6-31CA-4449-A6AF-1647DF2A9492}" presName="parTx" presStyleLbl="revTx" presStyleIdx="3" presStyleCnt="6">
        <dgm:presLayoutVars>
          <dgm:chMax val="0"/>
          <dgm:chPref val="0"/>
        </dgm:presLayoutVars>
      </dgm:prSet>
      <dgm:spPr/>
    </dgm:pt>
    <dgm:pt modelId="{29A387F7-E97A-4C06-83F6-EA7ACF6F6A61}" type="pres">
      <dgm:prSet presAssocID="{6F349A0F-DFA9-4195-96C3-ECA2D1553BC2}" presName="sibTrans" presStyleCnt="0"/>
      <dgm:spPr/>
    </dgm:pt>
    <dgm:pt modelId="{88024406-C7A4-495A-8AF7-B5AC0518DFA5}" type="pres">
      <dgm:prSet presAssocID="{E7CC2A18-BC59-49AD-A97B-18CF688F7AFB}" presName="compNode" presStyleCnt="0"/>
      <dgm:spPr/>
    </dgm:pt>
    <dgm:pt modelId="{56622924-BD08-462F-A6FB-AAD1A93D24B2}" type="pres">
      <dgm:prSet presAssocID="{E7CC2A18-BC59-49AD-A97B-18CF688F7AFB}" presName="bgRect" presStyleLbl="bgShp" presStyleIdx="4" presStyleCnt="5"/>
      <dgm:spPr/>
    </dgm:pt>
    <dgm:pt modelId="{C163149B-7BBF-46FE-92D8-A8B1C4050F8A}" type="pres">
      <dgm:prSet presAssocID="{E7CC2A18-BC59-49AD-A97B-18CF688F7AF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551C66D2-558F-4735-8695-B3AA6EF33D9A}" type="pres">
      <dgm:prSet presAssocID="{E7CC2A18-BC59-49AD-A97B-18CF688F7AFB}" presName="spaceRect" presStyleCnt="0"/>
      <dgm:spPr/>
    </dgm:pt>
    <dgm:pt modelId="{27F57CF0-5D34-4BEC-88BA-48C0519945DE}" type="pres">
      <dgm:prSet presAssocID="{E7CC2A18-BC59-49AD-A97B-18CF688F7AFB}" presName="parTx" presStyleLbl="revTx" presStyleIdx="4" presStyleCnt="6">
        <dgm:presLayoutVars>
          <dgm:chMax val="0"/>
          <dgm:chPref val="0"/>
        </dgm:presLayoutVars>
      </dgm:prSet>
      <dgm:spPr/>
    </dgm:pt>
    <dgm:pt modelId="{D045F03A-9EBE-4FF9-B9C2-829250962174}" type="pres">
      <dgm:prSet presAssocID="{E7CC2A18-BC59-49AD-A97B-18CF688F7AFB}" presName="desTx" presStyleLbl="revTx" presStyleIdx="5" presStyleCnt="6">
        <dgm:presLayoutVars/>
      </dgm:prSet>
      <dgm:spPr/>
    </dgm:pt>
  </dgm:ptLst>
  <dgm:cxnLst>
    <dgm:cxn modelId="{4B6D1E08-02DB-486A-947E-5BA9FFF86FA8}" type="presOf" srcId="{1A66137D-1511-4BD6-BFE4-2C0E2FEABDA7}" destId="{B2F83E6F-AB03-42C8-A411-C5091BF2CAB4}" srcOrd="0" destOrd="0" presId="urn:microsoft.com/office/officeart/2018/2/layout/IconVerticalSolidList"/>
    <dgm:cxn modelId="{DC0F590D-FE9F-4760-A85F-2E1A368AB11E}" type="presOf" srcId="{D397AF2B-9BD4-4D22-8524-E61F4D970DF6}" destId="{D045F03A-9EBE-4FF9-B9C2-829250962174}" srcOrd="0" destOrd="0" presId="urn:microsoft.com/office/officeart/2018/2/layout/IconVerticalSolidList"/>
    <dgm:cxn modelId="{EF33F529-9411-4775-93A0-6ED8DA9E9D02}" srcId="{AEF0021A-AAEC-4DA9-9514-5CABA5858E38}" destId="{1A66137D-1511-4BD6-BFE4-2C0E2FEABDA7}" srcOrd="2" destOrd="0" parTransId="{C423FF0C-813F-4390-91E1-4030934CF68E}" sibTransId="{352C3AEC-629C-465E-BCE8-D081D9E9DF72}"/>
    <dgm:cxn modelId="{EE10753F-2ABE-4BCC-BF1B-E5E19A1887F3}" type="presOf" srcId="{1F404EE6-31CA-4449-A6AF-1647DF2A9492}" destId="{AE295115-E9DF-476A-B906-2BE0D1FE0857}" srcOrd="0" destOrd="0" presId="urn:microsoft.com/office/officeart/2018/2/layout/IconVerticalSolidList"/>
    <dgm:cxn modelId="{9500A273-D77F-4E16-BF30-6CD8F086370D}" srcId="{AEF0021A-AAEC-4DA9-9514-5CABA5858E38}" destId="{E7CC2A18-BC59-49AD-A97B-18CF688F7AFB}" srcOrd="4" destOrd="0" parTransId="{53A950B7-AAB0-4DF6-A45F-71526DFE7E0E}" sibTransId="{01516933-39DB-47AA-9537-7182AE7DD695}"/>
    <dgm:cxn modelId="{4A7CF253-70F8-4E48-9415-46BEDFBE6D90}" type="presOf" srcId="{AEF0021A-AAEC-4DA9-9514-5CABA5858E38}" destId="{59074A10-F046-4949-9E8F-4E8D18049316}" srcOrd="0" destOrd="0" presId="urn:microsoft.com/office/officeart/2018/2/layout/IconVerticalSolidList"/>
    <dgm:cxn modelId="{20018155-FE0F-4FB1-9745-A23B843B8586}" type="presOf" srcId="{338F65E1-C49F-4C33-8035-319DB52C4D6F}" destId="{C3CC0AD2-546F-4777-9954-79BF6FE02C53}" srcOrd="0" destOrd="0" presId="urn:microsoft.com/office/officeart/2018/2/layout/IconVerticalSolidList"/>
    <dgm:cxn modelId="{6A06A87D-DA75-4B3E-9EAA-2A11F61E2E28}" srcId="{E7CC2A18-BC59-49AD-A97B-18CF688F7AFB}" destId="{D397AF2B-9BD4-4D22-8524-E61F4D970DF6}" srcOrd="0" destOrd="0" parTransId="{1DFD4733-EDF4-4AB6-9A5C-99E5DE8D0E0A}" sibTransId="{6D013AA4-85DF-4215-81E1-A4456D806962}"/>
    <dgm:cxn modelId="{E1BA9A86-C201-4EB1-B593-E45659A5E4C6}" srcId="{AEF0021A-AAEC-4DA9-9514-5CABA5858E38}" destId="{1F404EE6-31CA-4449-A6AF-1647DF2A9492}" srcOrd="3" destOrd="0" parTransId="{A81496F1-566B-45E0-9552-548DAD94872C}" sibTransId="{6F349A0F-DFA9-4195-96C3-ECA2D1553BC2}"/>
    <dgm:cxn modelId="{8901508A-62E2-4E47-BA65-BD4887CD33CB}" srcId="{AEF0021A-AAEC-4DA9-9514-5CABA5858E38}" destId="{50E9EA1A-D0BA-4B84-BFC6-D8AA99DF43CA}" srcOrd="1" destOrd="0" parTransId="{C694A73E-702E-4FBE-B588-F19AF9270B12}" sibTransId="{CC4A477F-DB45-4016-911D-5C1477FFCEA4}"/>
    <dgm:cxn modelId="{1C9F35AF-F5F0-4A88-A95B-E163AAB63BA8}" type="presOf" srcId="{E7CC2A18-BC59-49AD-A97B-18CF688F7AFB}" destId="{27F57CF0-5D34-4BEC-88BA-48C0519945DE}" srcOrd="0" destOrd="0" presId="urn:microsoft.com/office/officeart/2018/2/layout/IconVerticalSolidList"/>
    <dgm:cxn modelId="{5E07DED4-0777-4FD9-AB9A-44ED5C4DA28A}" srcId="{AEF0021A-AAEC-4DA9-9514-5CABA5858E38}" destId="{338F65E1-C49F-4C33-8035-319DB52C4D6F}" srcOrd="0" destOrd="0" parTransId="{29D30770-15F8-459E-9724-6EE47E52721C}" sibTransId="{CA00D88D-775E-4288-82C6-982151E9F6E1}"/>
    <dgm:cxn modelId="{E63F8DFF-D783-493B-92DE-34D291A10BA0}" type="presOf" srcId="{50E9EA1A-D0BA-4B84-BFC6-D8AA99DF43CA}" destId="{FC1DFA5A-58AB-4490-86DD-B8C4D76D91A8}" srcOrd="0" destOrd="0" presId="urn:microsoft.com/office/officeart/2018/2/layout/IconVerticalSolidList"/>
    <dgm:cxn modelId="{9FA8402C-283E-4549-AD13-D95A1BC6F3C1}" type="presParOf" srcId="{59074A10-F046-4949-9E8F-4E8D18049316}" destId="{B94B1177-66CA-4F23-8B69-243F0DDB25B9}" srcOrd="0" destOrd="0" presId="urn:microsoft.com/office/officeart/2018/2/layout/IconVerticalSolidList"/>
    <dgm:cxn modelId="{81875ED7-F45E-496C-867E-EC4A24FE8548}" type="presParOf" srcId="{B94B1177-66CA-4F23-8B69-243F0DDB25B9}" destId="{0F087920-A78A-441A-A1A4-BDDC3E7F9D92}" srcOrd="0" destOrd="0" presId="urn:microsoft.com/office/officeart/2018/2/layout/IconVerticalSolidList"/>
    <dgm:cxn modelId="{BAB8A398-820C-4D44-9237-CCF8697B81CC}" type="presParOf" srcId="{B94B1177-66CA-4F23-8B69-243F0DDB25B9}" destId="{AF86C8FE-F665-49DA-BB2C-99E31EFFC135}" srcOrd="1" destOrd="0" presId="urn:microsoft.com/office/officeart/2018/2/layout/IconVerticalSolidList"/>
    <dgm:cxn modelId="{AC2CDDC7-2A1D-4FB4-9823-1B8E9B0F88B5}" type="presParOf" srcId="{B94B1177-66CA-4F23-8B69-243F0DDB25B9}" destId="{A778DA36-9870-4CC6-899C-788A88D860E7}" srcOrd="2" destOrd="0" presId="urn:microsoft.com/office/officeart/2018/2/layout/IconVerticalSolidList"/>
    <dgm:cxn modelId="{6AA362BB-26EB-4241-87B3-F280D2FE4F48}" type="presParOf" srcId="{B94B1177-66CA-4F23-8B69-243F0DDB25B9}" destId="{C3CC0AD2-546F-4777-9954-79BF6FE02C53}" srcOrd="3" destOrd="0" presId="urn:microsoft.com/office/officeart/2018/2/layout/IconVerticalSolidList"/>
    <dgm:cxn modelId="{68809AB7-A564-4312-BEFE-06B1980DABB8}" type="presParOf" srcId="{59074A10-F046-4949-9E8F-4E8D18049316}" destId="{7506A04B-D4DD-469E-87D7-5EEB403B1759}" srcOrd="1" destOrd="0" presId="urn:microsoft.com/office/officeart/2018/2/layout/IconVerticalSolidList"/>
    <dgm:cxn modelId="{F9344A27-F45F-4FC1-BB39-692A8F2583ED}" type="presParOf" srcId="{59074A10-F046-4949-9E8F-4E8D18049316}" destId="{A194AE19-F2F2-45BA-B74E-6702CAD18DFF}" srcOrd="2" destOrd="0" presId="urn:microsoft.com/office/officeart/2018/2/layout/IconVerticalSolidList"/>
    <dgm:cxn modelId="{DC1D0E8C-1259-4474-B441-085548E6164C}" type="presParOf" srcId="{A194AE19-F2F2-45BA-B74E-6702CAD18DFF}" destId="{326977B5-601F-43C1-A824-E62CF64C3AE6}" srcOrd="0" destOrd="0" presId="urn:microsoft.com/office/officeart/2018/2/layout/IconVerticalSolidList"/>
    <dgm:cxn modelId="{6C24AEA6-7784-4CBD-A5C8-C78131967833}" type="presParOf" srcId="{A194AE19-F2F2-45BA-B74E-6702CAD18DFF}" destId="{F27AD392-1AEE-4D9F-9FB6-3EC3929F792F}" srcOrd="1" destOrd="0" presId="urn:microsoft.com/office/officeart/2018/2/layout/IconVerticalSolidList"/>
    <dgm:cxn modelId="{8D4A202C-A651-4E32-B2DD-7420A469905F}" type="presParOf" srcId="{A194AE19-F2F2-45BA-B74E-6702CAD18DFF}" destId="{1E5D7AE2-AEB5-4A78-9CA1-F491AA7E70A8}" srcOrd="2" destOrd="0" presId="urn:microsoft.com/office/officeart/2018/2/layout/IconVerticalSolidList"/>
    <dgm:cxn modelId="{562F9CAC-F6D7-4A36-97D9-912894D9695E}" type="presParOf" srcId="{A194AE19-F2F2-45BA-B74E-6702CAD18DFF}" destId="{FC1DFA5A-58AB-4490-86DD-B8C4D76D91A8}" srcOrd="3" destOrd="0" presId="urn:microsoft.com/office/officeart/2018/2/layout/IconVerticalSolidList"/>
    <dgm:cxn modelId="{DB74EC55-C88D-40B2-B7FD-2AD56A9F569D}" type="presParOf" srcId="{59074A10-F046-4949-9E8F-4E8D18049316}" destId="{6E59A5F2-71E0-4004-A727-B8AB1E7E19F3}" srcOrd="3" destOrd="0" presId="urn:microsoft.com/office/officeart/2018/2/layout/IconVerticalSolidList"/>
    <dgm:cxn modelId="{E08500FD-7E9C-440F-B2EC-3731414A8551}" type="presParOf" srcId="{59074A10-F046-4949-9E8F-4E8D18049316}" destId="{0B488167-7111-4991-9D7F-BBD053D468AE}" srcOrd="4" destOrd="0" presId="urn:microsoft.com/office/officeart/2018/2/layout/IconVerticalSolidList"/>
    <dgm:cxn modelId="{46A28CE0-B757-4C82-9CC5-818291042640}" type="presParOf" srcId="{0B488167-7111-4991-9D7F-BBD053D468AE}" destId="{A286FF54-F7AE-4E7D-98F2-7B075827C098}" srcOrd="0" destOrd="0" presId="urn:microsoft.com/office/officeart/2018/2/layout/IconVerticalSolidList"/>
    <dgm:cxn modelId="{1D5B62D8-7B5B-4E69-ADBB-3D515191B8F2}" type="presParOf" srcId="{0B488167-7111-4991-9D7F-BBD053D468AE}" destId="{ABF4A782-B5A8-45D0-B867-2B690495AB0D}" srcOrd="1" destOrd="0" presId="urn:microsoft.com/office/officeart/2018/2/layout/IconVerticalSolidList"/>
    <dgm:cxn modelId="{8AF8FA79-6B4F-44AE-9913-7F5F1586D96B}" type="presParOf" srcId="{0B488167-7111-4991-9D7F-BBD053D468AE}" destId="{9A42D2FE-C51A-4489-993C-B259BB8B5B11}" srcOrd="2" destOrd="0" presId="urn:microsoft.com/office/officeart/2018/2/layout/IconVerticalSolidList"/>
    <dgm:cxn modelId="{8DDAA23F-F9C9-495A-A8AE-C5C79C4A34A5}" type="presParOf" srcId="{0B488167-7111-4991-9D7F-BBD053D468AE}" destId="{B2F83E6F-AB03-42C8-A411-C5091BF2CAB4}" srcOrd="3" destOrd="0" presId="urn:microsoft.com/office/officeart/2018/2/layout/IconVerticalSolidList"/>
    <dgm:cxn modelId="{639E5E3D-06CA-4665-BA04-1256CEA67695}" type="presParOf" srcId="{59074A10-F046-4949-9E8F-4E8D18049316}" destId="{F95127E1-CDFF-4B77-BC1D-C8FBBCE3216A}" srcOrd="5" destOrd="0" presId="urn:microsoft.com/office/officeart/2018/2/layout/IconVerticalSolidList"/>
    <dgm:cxn modelId="{7F5AD375-B16F-4CBF-B1F9-46A28893C568}" type="presParOf" srcId="{59074A10-F046-4949-9E8F-4E8D18049316}" destId="{77F44F24-3160-42CE-B54C-F15E67A65003}" srcOrd="6" destOrd="0" presId="urn:microsoft.com/office/officeart/2018/2/layout/IconVerticalSolidList"/>
    <dgm:cxn modelId="{9F0A39D5-4952-4E02-8816-C9EBB6841917}" type="presParOf" srcId="{77F44F24-3160-42CE-B54C-F15E67A65003}" destId="{95FE701E-C5FE-4297-961B-C7E326A40C05}" srcOrd="0" destOrd="0" presId="urn:microsoft.com/office/officeart/2018/2/layout/IconVerticalSolidList"/>
    <dgm:cxn modelId="{FBB3374E-AE58-426A-AD72-415F24BA3729}" type="presParOf" srcId="{77F44F24-3160-42CE-B54C-F15E67A65003}" destId="{430FF06B-67E7-4656-A383-96C94B5EDD3A}" srcOrd="1" destOrd="0" presId="urn:microsoft.com/office/officeart/2018/2/layout/IconVerticalSolidList"/>
    <dgm:cxn modelId="{F9D7D946-8ED3-4CB5-B85E-F5E0D3373853}" type="presParOf" srcId="{77F44F24-3160-42CE-B54C-F15E67A65003}" destId="{1BCE4EB3-AA2F-44C5-88CF-A57E442DFB4D}" srcOrd="2" destOrd="0" presId="urn:microsoft.com/office/officeart/2018/2/layout/IconVerticalSolidList"/>
    <dgm:cxn modelId="{170F6A8E-B242-4B5C-83ED-B294EFA87737}" type="presParOf" srcId="{77F44F24-3160-42CE-B54C-F15E67A65003}" destId="{AE295115-E9DF-476A-B906-2BE0D1FE0857}" srcOrd="3" destOrd="0" presId="urn:microsoft.com/office/officeart/2018/2/layout/IconVerticalSolidList"/>
    <dgm:cxn modelId="{8CD2385E-4938-40C8-8C35-37B170762408}" type="presParOf" srcId="{59074A10-F046-4949-9E8F-4E8D18049316}" destId="{29A387F7-E97A-4C06-83F6-EA7ACF6F6A61}" srcOrd="7" destOrd="0" presId="urn:microsoft.com/office/officeart/2018/2/layout/IconVerticalSolidList"/>
    <dgm:cxn modelId="{907BB880-E1C5-412C-AAE8-03A9621F17D7}" type="presParOf" srcId="{59074A10-F046-4949-9E8F-4E8D18049316}" destId="{88024406-C7A4-495A-8AF7-B5AC0518DFA5}" srcOrd="8" destOrd="0" presId="urn:microsoft.com/office/officeart/2018/2/layout/IconVerticalSolidList"/>
    <dgm:cxn modelId="{AFCD3FA9-E690-418C-9FA2-E1CD3A1A3F31}" type="presParOf" srcId="{88024406-C7A4-495A-8AF7-B5AC0518DFA5}" destId="{56622924-BD08-462F-A6FB-AAD1A93D24B2}" srcOrd="0" destOrd="0" presId="urn:microsoft.com/office/officeart/2018/2/layout/IconVerticalSolidList"/>
    <dgm:cxn modelId="{0EA9E1BF-FDD1-4169-83C6-C45C08C15206}" type="presParOf" srcId="{88024406-C7A4-495A-8AF7-B5AC0518DFA5}" destId="{C163149B-7BBF-46FE-92D8-A8B1C4050F8A}" srcOrd="1" destOrd="0" presId="urn:microsoft.com/office/officeart/2018/2/layout/IconVerticalSolidList"/>
    <dgm:cxn modelId="{8042FBAB-7901-46A2-895C-306BE1B165A3}" type="presParOf" srcId="{88024406-C7A4-495A-8AF7-B5AC0518DFA5}" destId="{551C66D2-558F-4735-8695-B3AA6EF33D9A}" srcOrd="2" destOrd="0" presId="urn:microsoft.com/office/officeart/2018/2/layout/IconVerticalSolidList"/>
    <dgm:cxn modelId="{15C715B0-5729-482F-892F-64C032D66F53}" type="presParOf" srcId="{88024406-C7A4-495A-8AF7-B5AC0518DFA5}" destId="{27F57CF0-5D34-4BEC-88BA-48C0519945DE}" srcOrd="3" destOrd="0" presId="urn:microsoft.com/office/officeart/2018/2/layout/IconVerticalSolidList"/>
    <dgm:cxn modelId="{385E4B12-DB09-4621-822A-9867744740AC}" type="presParOf" srcId="{88024406-C7A4-495A-8AF7-B5AC0518DFA5}" destId="{D045F03A-9EBE-4FF9-B9C2-82925096217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29C3EA-C389-4305-9C4B-F96EF8F3DA5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905150-7B09-42E1-99EE-BA7DC15CF4DE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Converts text into </a:t>
          </a:r>
          <a:r>
            <a:rPr lang="fr-FR" b="1"/>
            <a:t>dense vector representations</a:t>
          </a:r>
          <a:r>
            <a:rPr lang="fr-FR"/>
            <a:t> </a:t>
          </a:r>
          <a:endParaRPr lang="en-US"/>
        </a:p>
      </dgm:t>
    </dgm:pt>
    <dgm:pt modelId="{0CE4477C-B138-402A-9331-49FC8BEB68D2}" type="parTrans" cxnId="{3F29116B-E073-4897-9379-93AD44A3EA74}">
      <dgm:prSet/>
      <dgm:spPr/>
      <dgm:t>
        <a:bodyPr/>
        <a:lstStyle/>
        <a:p>
          <a:endParaRPr lang="en-US"/>
        </a:p>
      </dgm:t>
    </dgm:pt>
    <dgm:pt modelId="{DCD231AA-4DC4-4F1F-A508-F930169343A6}" type="sibTrans" cxnId="{3F29116B-E073-4897-9379-93AD44A3EA74}">
      <dgm:prSet/>
      <dgm:spPr/>
      <dgm:t>
        <a:bodyPr/>
        <a:lstStyle/>
        <a:p>
          <a:endParaRPr lang="en-US"/>
        </a:p>
      </dgm:t>
    </dgm:pt>
    <dgm:pt modelId="{4BE6A6DA-2276-4642-AA37-E80749FEA1A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Captures </a:t>
          </a:r>
          <a:r>
            <a:rPr lang="fr-FR" b="1"/>
            <a:t>semantic meaning</a:t>
          </a:r>
          <a:r>
            <a:rPr lang="fr-FR"/>
            <a:t>, not just keywords </a:t>
          </a:r>
          <a:endParaRPr lang="en-US"/>
        </a:p>
      </dgm:t>
    </dgm:pt>
    <dgm:pt modelId="{06323AEA-F09B-4D6E-A56C-A4A4FFD4BC39}" type="parTrans" cxnId="{73F4BE70-2D7D-4D1C-B434-075DF63D3DF5}">
      <dgm:prSet/>
      <dgm:spPr/>
      <dgm:t>
        <a:bodyPr/>
        <a:lstStyle/>
        <a:p>
          <a:endParaRPr lang="en-US"/>
        </a:p>
      </dgm:t>
    </dgm:pt>
    <dgm:pt modelId="{0F10892D-3B61-4479-B80F-79674501549D}" type="sibTrans" cxnId="{73F4BE70-2D7D-4D1C-B434-075DF63D3DF5}">
      <dgm:prSet/>
      <dgm:spPr/>
      <dgm:t>
        <a:bodyPr/>
        <a:lstStyle/>
        <a:p>
          <a:endParaRPr lang="en-US"/>
        </a:p>
      </dgm:t>
    </dgm:pt>
    <dgm:pt modelId="{F8ED3D7B-90B1-4CC8-BD4B-DFB5AEB9CCC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Enables similarity search between: </a:t>
          </a:r>
          <a:endParaRPr lang="en-US"/>
        </a:p>
      </dgm:t>
    </dgm:pt>
    <dgm:pt modelId="{F4EBF289-4E8A-4E16-8287-333FE54515F1}" type="parTrans" cxnId="{33268E2F-DE8D-4221-B59E-877709DFAB1E}">
      <dgm:prSet/>
      <dgm:spPr/>
      <dgm:t>
        <a:bodyPr/>
        <a:lstStyle/>
        <a:p>
          <a:endParaRPr lang="en-US"/>
        </a:p>
      </dgm:t>
    </dgm:pt>
    <dgm:pt modelId="{04F6895C-3654-4AFD-A9C6-2FC3B811A41F}" type="sibTrans" cxnId="{33268E2F-DE8D-4221-B59E-877709DFAB1E}">
      <dgm:prSet/>
      <dgm:spPr/>
      <dgm:t>
        <a:bodyPr/>
        <a:lstStyle/>
        <a:p>
          <a:endParaRPr lang="en-US"/>
        </a:p>
      </dgm:t>
    </dgm:pt>
    <dgm:pt modelId="{532E9D6D-FD35-4114-93DD-CD3070B42D6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- user question </a:t>
          </a:r>
          <a:endParaRPr lang="en-US" dirty="0"/>
        </a:p>
      </dgm:t>
    </dgm:pt>
    <dgm:pt modelId="{3720FECB-2DC9-403D-9D74-BE4C4B4DDB83}" type="parTrans" cxnId="{3CDA8F14-1B3C-4456-974E-AF7B19765C06}">
      <dgm:prSet/>
      <dgm:spPr/>
      <dgm:t>
        <a:bodyPr/>
        <a:lstStyle/>
        <a:p>
          <a:endParaRPr lang="en-US"/>
        </a:p>
      </dgm:t>
    </dgm:pt>
    <dgm:pt modelId="{F1EBC209-46F2-4F1C-BB04-BE0401352E16}" type="sibTrans" cxnId="{3CDA8F14-1B3C-4456-974E-AF7B19765C06}">
      <dgm:prSet/>
      <dgm:spPr/>
      <dgm:t>
        <a:bodyPr/>
        <a:lstStyle/>
        <a:p>
          <a:endParaRPr lang="en-US"/>
        </a:p>
      </dgm:t>
    </dgm:pt>
    <dgm:pt modelId="{B0C16D49-BA83-4228-A74C-794B9C7450B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- document </a:t>
          </a:r>
          <a:r>
            <a:rPr lang="fr-FR" dirty="0" err="1"/>
            <a:t>chunks</a:t>
          </a:r>
          <a:r>
            <a:rPr lang="fr-FR" dirty="0"/>
            <a:t> </a:t>
          </a:r>
          <a:endParaRPr lang="en-US" dirty="0"/>
        </a:p>
      </dgm:t>
    </dgm:pt>
    <dgm:pt modelId="{6C4BCE5D-3F97-49D1-A492-1F7D984148E1}" type="parTrans" cxnId="{D1BAA1E7-1196-4F77-9EAD-35B5B22D3C47}">
      <dgm:prSet/>
      <dgm:spPr/>
      <dgm:t>
        <a:bodyPr/>
        <a:lstStyle/>
        <a:p>
          <a:endParaRPr lang="en-US"/>
        </a:p>
      </dgm:t>
    </dgm:pt>
    <dgm:pt modelId="{3295E332-1615-4F1F-8E9D-4B9DFAFEDCA6}" type="sibTrans" cxnId="{D1BAA1E7-1196-4F77-9EAD-35B5B22D3C47}">
      <dgm:prSet/>
      <dgm:spPr/>
      <dgm:t>
        <a:bodyPr/>
        <a:lstStyle/>
        <a:p>
          <a:endParaRPr lang="en-US"/>
        </a:p>
      </dgm:t>
    </dgm:pt>
    <dgm:pt modelId="{6DB7C7FD-29D5-4A93-97E3-22CA0CD953EB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Lightweight and works offline </a:t>
          </a:r>
          <a:endParaRPr lang="en-US"/>
        </a:p>
      </dgm:t>
    </dgm:pt>
    <dgm:pt modelId="{85290A10-8CDD-42CA-9AAB-64C4443CB27A}" type="parTrans" cxnId="{4D2E3999-20B1-4A8A-BCF2-FCE1EEE124FF}">
      <dgm:prSet/>
      <dgm:spPr/>
      <dgm:t>
        <a:bodyPr/>
        <a:lstStyle/>
        <a:p>
          <a:endParaRPr lang="en-US"/>
        </a:p>
      </dgm:t>
    </dgm:pt>
    <dgm:pt modelId="{810B9EF0-1E37-4010-AEC7-D8DAD2F6AAD5}" type="sibTrans" cxnId="{4D2E3999-20B1-4A8A-BCF2-FCE1EEE124FF}">
      <dgm:prSet/>
      <dgm:spPr/>
      <dgm:t>
        <a:bodyPr/>
        <a:lstStyle/>
        <a:p>
          <a:endParaRPr lang="en-US"/>
        </a:p>
      </dgm:t>
    </dgm:pt>
    <dgm:pt modelId="{EB52C575-446B-457B-B223-7D4EEABA24A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 dirty="0" err="1"/>
            <a:t>Role</a:t>
          </a:r>
          <a:r>
            <a:rPr lang="fr-FR" b="1" dirty="0"/>
            <a:t> in pipeline: </a:t>
          </a:r>
          <a:r>
            <a:rPr lang="fr-FR" dirty="0" err="1"/>
            <a:t>Represent</a:t>
          </a:r>
          <a:r>
            <a:rPr lang="fr-FR" dirty="0"/>
            <a:t> documents and </a:t>
          </a:r>
          <a:r>
            <a:rPr lang="fr-FR" dirty="0" err="1"/>
            <a:t>queries</a:t>
          </a:r>
          <a:r>
            <a:rPr lang="fr-FR" dirty="0"/>
            <a:t> in the </a:t>
          </a:r>
          <a:r>
            <a:rPr lang="fr-FR" dirty="0" err="1"/>
            <a:t>same</a:t>
          </a:r>
          <a:r>
            <a:rPr lang="fr-FR" dirty="0"/>
            <a:t> </a:t>
          </a:r>
          <a:r>
            <a:rPr lang="fr-FR" dirty="0" err="1"/>
            <a:t>vector</a:t>
          </a:r>
          <a:r>
            <a:rPr lang="fr-FR" dirty="0"/>
            <a:t> </a:t>
          </a:r>
          <a:r>
            <a:rPr lang="fr-FR" dirty="0" err="1"/>
            <a:t>space</a:t>
          </a:r>
          <a:endParaRPr lang="en-US" dirty="0"/>
        </a:p>
      </dgm:t>
    </dgm:pt>
    <dgm:pt modelId="{F24B2C0A-5115-4B2B-B80D-4BF576F43383}" type="parTrans" cxnId="{823D7310-65DF-47D4-A8A9-97D77F516FAD}">
      <dgm:prSet/>
      <dgm:spPr/>
      <dgm:t>
        <a:bodyPr/>
        <a:lstStyle/>
        <a:p>
          <a:endParaRPr lang="en-US"/>
        </a:p>
      </dgm:t>
    </dgm:pt>
    <dgm:pt modelId="{D1D0459E-1979-4132-A9BE-40933EADF60D}" type="sibTrans" cxnId="{823D7310-65DF-47D4-A8A9-97D77F516FAD}">
      <dgm:prSet/>
      <dgm:spPr/>
      <dgm:t>
        <a:bodyPr/>
        <a:lstStyle/>
        <a:p>
          <a:endParaRPr lang="en-US"/>
        </a:p>
      </dgm:t>
    </dgm:pt>
    <dgm:pt modelId="{6C168F0D-C797-47F0-8A81-6AF5A9D73EAB}" type="pres">
      <dgm:prSet presAssocID="{3F29C3EA-C389-4305-9C4B-F96EF8F3DA54}" presName="root" presStyleCnt="0">
        <dgm:presLayoutVars>
          <dgm:dir/>
          <dgm:resizeHandles val="exact"/>
        </dgm:presLayoutVars>
      </dgm:prSet>
      <dgm:spPr/>
    </dgm:pt>
    <dgm:pt modelId="{29888C60-6ED6-4F00-87B4-8701E028D2C6}" type="pres">
      <dgm:prSet presAssocID="{76905150-7B09-42E1-99EE-BA7DC15CF4DE}" presName="compNode" presStyleCnt="0"/>
      <dgm:spPr/>
    </dgm:pt>
    <dgm:pt modelId="{FD2960F0-1CAD-4B41-9880-184CB0D2AC71}" type="pres">
      <dgm:prSet presAssocID="{76905150-7B09-42E1-99EE-BA7DC15CF4DE}" presName="bgRect" presStyleLbl="bgShp" presStyleIdx="0" presStyleCnt="5"/>
      <dgm:spPr/>
    </dgm:pt>
    <dgm:pt modelId="{68BA9263-AEA6-4716-A620-7EB63B4BA5D9}" type="pres">
      <dgm:prSet presAssocID="{76905150-7B09-42E1-99EE-BA7DC15CF4D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4B4E600-4152-4345-881D-A39483DFB40C}" type="pres">
      <dgm:prSet presAssocID="{76905150-7B09-42E1-99EE-BA7DC15CF4DE}" presName="spaceRect" presStyleCnt="0"/>
      <dgm:spPr/>
    </dgm:pt>
    <dgm:pt modelId="{3A63358F-6F08-4AF8-AFC7-44CE5B308E41}" type="pres">
      <dgm:prSet presAssocID="{76905150-7B09-42E1-99EE-BA7DC15CF4DE}" presName="parTx" presStyleLbl="revTx" presStyleIdx="0" presStyleCnt="6">
        <dgm:presLayoutVars>
          <dgm:chMax val="0"/>
          <dgm:chPref val="0"/>
        </dgm:presLayoutVars>
      </dgm:prSet>
      <dgm:spPr/>
    </dgm:pt>
    <dgm:pt modelId="{336E8CE2-756E-4566-9F53-2C7E7DEF4565}" type="pres">
      <dgm:prSet presAssocID="{DCD231AA-4DC4-4F1F-A508-F930169343A6}" presName="sibTrans" presStyleCnt="0"/>
      <dgm:spPr/>
    </dgm:pt>
    <dgm:pt modelId="{DF1E90E1-FE67-4467-9019-BA7CF8B48D9C}" type="pres">
      <dgm:prSet presAssocID="{4BE6A6DA-2276-4642-AA37-E80749FEA1A3}" presName="compNode" presStyleCnt="0"/>
      <dgm:spPr/>
    </dgm:pt>
    <dgm:pt modelId="{28BA905D-585F-42CE-915C-F4ACA6BD90C0}" type="pres">
      <dgm:prSet presAssocID="{4BE6A6DA-2276-4642-AA37-E80749FEA1A3}" presName="bgRect" presStyleLbl="bgShp" presStyleIdx="1" presStyleCnt="5"/>
      <dgm:spPr/>
    </dgm:pt>
    <dgm:pt modelId="{CB1906D7-F647-411E-BD36-4C051834E7E8}" type="pres">
      <dgm:prSet presAssocID="{4BE6A6DA-2276-4642-AA37-E80749FEA1A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47EDFC5-073E-4A5F-9582-012374E97219}" type="pres">
      <dgm:prSet presAssocID="{4BE6A6DA-2276-4642-AA37-E80749FEA1A3}" presName="spaceRect" presStyleCnt="0"/>
      <dgm:spPr/>
    </dgm:pt>
    <dgm:pt modelId="{0F256D49-1361-43AD-8AC5-0353262B976E}" type="pres">
      <dgm:prSet presAssocID="{4BE6A6DA-2276-4642-AA37-E80749FEA1A3}" presName="parTx" presStyleLbl="revTx" presStyleIdx="1" presStyleCnt="6">
        <dgm:presLayoutVars>
          <dgm:chMax val="0"/>
          <dgm:chPref val="0"/>
        </dgm:presLayoutVars>
      </dgm:prSet>
      <dgm:spPr/>
    </dgm:pt>
    <dgm:pt modelId="{9A8AED38-79E8-4440-8215-6EFDFADD40FE}" type="pres">
      <dgm:prSet presAssocID="{0F10892D-3B61-4479-B80F-79674501549D}" presName="sibTrans" presStyleCnt="0"/>
      <dgm:spPr/>
    </dgm:pt>
    <dgm:pt modelId="{69F7955E-1537-4B74-8488-71B83E3B19AA}" type="pres">
      <dgm:prSet presAssocID="{F8ED3D7B-90B1-4CC8-BD4B-DFB5AEB9CCC3}" presName="compNode" presStyleCnt="0"/>
      <dgm:spPr/>
    </dgm:pt>
    <dgm:pt modelId="{FD78092D-C25E-47D6-A692-7D80C23A2F1A}" type="pres">
      <dgm:prSet presAssocID="{F8ED3D7B-90B1-4CC8-BD4B-DFB5AEB9CCC3}" presName="bgRect" presStyleLbl="bgShp" presStyleIdx="2" presStyleCnt="5"/>
      <dgm:spPr/>
    </dgm:pt>
    <dgm:pt modelId="{73506544-D4B4-4630-BCD7-9AF50829CC39}" type="pres">
      <dgm:prSet presAssocID="{F8ED3D7B-90B1-4CC8-BD4B-DFB5AEB9CCC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69514A76-6044-4E7B-BB14-40D4C5D2094D}" type="pres">
      <dgm:prSet presAssocID="{F8ED3D7B-90B1-4CC8-BD4B-DFB5AEB9CCC3}" presName="spaceRect" presStyleCnt="0"/>
      <dgm:spPr/>
    </dgm:pt>
    <dgm:pt modelId="{A05A0836-F805-4810-AC38-ACD587471DE2}" type="pres">
      <dgm:prSet presAssocID="{F8ED3D7B-90B1-4CC8-BD4B-DFB5AEB9CCC3}" presName="parTx" presStyleLbl="revTx" presStyleIdx="2" presStyleCnt="6">
        <dgm:presLayoutVars>
          <dgm:chMax val="0"/>
          <dgm:chPref val="0"/>
        </dgm:presLayoutVars>
      </dgm:prSet>
      <dgm:spPr/>
    </dgm:pt>
    <dgm:pt modelId="{E7A1CFEE-7B8D-4369-9CF6-C58A7FD44A26}" type="pres">
      <dgm:prSet presAssocID="{F8ED3D7B-90B1-4CC8-BD4B-DFB5AEB9CCC3}" presName="desTx" presStyleLbl="revTx" presStyleIdx="3" presStyleCnt="6">
        <dgm:presLayoutVars/>
      </dgm:prSet>
      <dgm:spPr/>
    </dgm:pt>
    <dgm:pt modelId="{1436A8B4-55B4-4C6D-8718-DE0F27BDC6FF}" type="pres">
      <dgm:prSet presAssocID="{04F6895C-3654-4AFD-A9C6-2FC3B811A41F}" presName="sibTrans" presStyleCnt="0"/>
      <dgm:spPr/>
    </dgm:pt>
    <dgm:pt modelId="{68F7E8DC-BB5E-485E-AAFF-8614490554B7}" type="pres">
      <dgm:prSet presAssocID="{6DB7C7FD-29D5-4A93-97E3-22CA0CD953EB}" presName="compNode" presStyleCnt="0"/>
      <dgm:spPr/>
    </dgm:pt>
    <dgm:pt modelId="{EFFFDF5F-5872-476D-A817-D4C950F10C3D}" type="pres">
      <dgm:prSet presAssocID="{6DB7C7FD-29D5-4A93-97E3-22CA0CD953EB}" presName="bgRect" presStyleLbl="bgShp" presStyleIdx="3" presStyleCnt="5"/>
      <dgm:spPr/>
    </dgm:pt>
    <dgm:pt modelId="{2200F381-708D-4F57-AFE9-32F3CA04DB54}" type="pres">
      <dgm:prSet presAssocID="{6DB7C7FD-29D5-4A93-97E3-22CA0CD953E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872D1F8E-892D-41B5-B350-3E38E771661D}" type="pres">
      <dgm:prSet presAssocID="{6DB7C7FD-29D5-4A93-97E3-22CA0CD953EB}" presName="spaceRect" presStyleCnt="0"/>
      <dgm:spPr/>
    </dgm:pt>
    <dgm:pt modelId="{2C875170-00B4-4810-93A0-6DADE60D2209}" type="pres">
      <dgm:prSet presAssocID="{6DB7C7FD-29D5-4A93-97E3-22CA0CD953EB}" presName="parTx" presStyleLbl="revTx" presStyleIdx="4" presStyleCnt="6">
        <dgm:presLayoutVars>
          <dgm:chMax val="0"/>
          <dgm:chPref val="0"/>
        </dgm:presLayoutVars>
      </dgm:prSet>
      <dgm:spPr/>
    </dgm:pt>
    <dgm:pt modelId="{5AED3A9D-3315-431E-8AC8-FE3FBEC6CBA5}" type="pres">
      <dgm:prSet presAssocID="{810B9EF0-1E37-4010-AEC7-D8DAD2F6AAD5}" presName="sibTrans" presStyleCnt="0"/>
      <dgm:spPr/>
    </dgm:pt>
    <dgm:pt modelId="{428AE38C-1EB8-4E97-879F-D9B357155175}" type="pres">
      <dgm:prSet presAssocID="{EB52C575-446B-457B-B223-7D4EEABA24AA}" presName="compNode" presStyleCnt="0"/>
      <dgm:spPr/>
    </dgm:pt>
    <dgm:pt modelId="{BCDE96C5-6D92-4898-827E-7BCBA750E91E}" type="pres">
      <dgm:prSet presAssocID="{EB52C575-446B-457B-B223-7D4EEABA24AA}" presName="bgRect" presStyleLbl="bgShp" presStyleIdx="4" presStyleCnt="5"/>
      <dgm:spPr/>
    </dgm:pt>
    <dgm:pt modelId="{7E50498D-CC40-4BBB-AB58-9F2905047F57}" type="pres">
      <dgm:prSet presAssocID="{EB52C575-446B-457B-B223-7D4EEABA24A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F0D1BD45-E45E-4C5D-8F9E-19BC08C82768}" type="pres">
      <dgm:prSet presAssocID="{EB52C575-446B-457B-B223-7D4EEABA24AA}" presName="spaceRect" presStyleCnt="0"/>
      <dgm:spPr/>
    </dgm:pt>
    <dgm:pt modelId="{796BA1F9-1C91-4E18-9060-51B2A2BEB992}" type="pres">
      <dgm:prSet presAssocID="{EB52C575-446B-457B-B223-7D4EEABA24A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4102700-0DAF-4EF4-98CD-46E48705A3F3}" type="presOf" srcId="{6DB7C7FD-29D5-4A93-97E3-22CA0CD953EB}" destId="{2C875170-00B4-4810-93A0-6DADE60D2209}" srcOrd="0" destOrd="0" presId="urn:microsoft.com/office/officeart/2018/2/layout/IconVerticalSolidList"/>
    <dgm:cxn modelId="{823D7310-65DF-47D4-A8A9-97D77F516FAD}" srcId="{3F29C3EA-C389-4305-9C4B-F96EF8F3DA54}" destId="{EB52C575-446B-457B-B223-7D4EEABA24AA}" srcOrd="4" destOrd="0" parTransId="{F24B2C0A-5115-4B2B-B80D-4BF576F43383}" sibTransId="{D1D0459E-1979-4132-A9BE-40933EADF60D}"/>
    <dgm:cxn modelId="{3CDA8F14-1B3C-4456-974E-AF7B19765C06}" srcId="{F8ED3D7B-90B1-4CC8-BD4B-DFB5AEB9CCC3}" destId="{532E9D6D-FD35-4114-93DD-CD3070B42D6D}" srcOrd="0" destOrd="0" parTransId="{3720FECB-2DC9-403D-9D74-BE4C4B4DDB83}" sibTransId="{F1EBC209-46F2-4F1C-BB04-BE0401352E16}"/>
    <dgm:cxn modelId="{33268E2F-DE8D-4221-B59E-877709DFAB1E}" srcId="{3F29C3EA-C389-4305-9C4B-F96EF8F3DA54}" destId="{F8ED3D7B-90B1-4CC8-BD4B-DFB5AEB9CCC3}" srcOrd="2" destOrd="0" parTransId="{F4EBF289-4E8A-4E16-8287-333FE54515F1}" sibTransId="{04F6895C-3654-4AFD-A9C6-2FC3B811A41F}"/>
    <dgm:cxn modelId="{3F29116B-E073-4897-9379-93AD44A3EA74}" srcId="{3F29C3EA-C389-4305-9C4B-F96EF8F3DA54}" destId="{76905150-7B09-42E1-99EE-BA7DC15CF4DE}" srcOrd="0" destOrd="0" parTransId="{0CE4477C-B138-402A-9331-49FC8BEB68D2}" sibTransId="{DCD231AA-4DC4-4F1F-A508-F930169343A6}"/>
    <dgm:cxn modelId="{73F4BE70-2D7D-4D1C-B434-075DF63D3DF5}" srcId="{3F29C3EA-C389-4305-9C4B-F96EF8F3DA54}" destId="{4BE6A6DA-2276-4642-AA37-E80749FEA1A3}" srcOrd="1" destOrd="0" parTransId="{06323AEA-F09B-4D6E-A56C-A4A4FFD4BC39}" sibTransId="{0F10892D-3B61-4479-B80F-79674501549D}"/>
    <dgm:cxn modelId="{AB7B7F7B-3476-4228-AA09-BDB454F89E76}" type="presOf" srcId="{3F29C3EA-C389-4305-9C4B-F96EF8F3DA54}" destId="{6C168F0D-C797-47F0-8A81-6AF5A9D73EAB}" srcOrd="0" destOrd="0" presId="urn:microsoft.com/office/officeart/2018/2/layout/IconVerticalSolidList"/>
    <dgm:cxn modelId="{84322B85-A4C9-4FD8-8BBC-608D7D112E72}" type="presOf" srcId="{F8ED3D7B-90B1-4CC8-BD4B-DFB5AEB9CCC3}" destId="{A05A0836-F805-4810-AC38-ACD587471DE2}" srcOrd="0" destOrd="0" presId="urn:microsoft.com/office/officeart/2018/2/layout/IconVerticalSolidList"/>
    <dgm:cxn modelId="{279A0586-76C6-40A9-A1A8-A3FBFCFBE16D}" type="presOf" srcId="{4BE6A6DA-2276-4642-AA37-E80749FEA1A3}" destId="{0F256D49-1361-43AD-8AC5-0353262B976E}" srcOrd="0" destOrd="0" presId="urn:microsoft.com/office/officeart/2018/2/layout/IconVerticalSolidList"/>
    <dgm:cxn modelId="{4D2E3999-20B1-4A8A-BCF2-FCE1EEE124FF}" srcId="{3F29C3EA-C389-4305-9C4B-F96EF8F3DA54}" destId="{6DB7C7FD-29D5-4A93-97E3-22CA0CD953EB}" srcOrd="3" destOrd="0" parTransId="{85290A10-8CDD-42CA-9AAB-64C4443CB27A}" sibTransId="{810B9EF0-1E37-4010-AEC7-D8DAD2F6AAD5}"/>
    <dgm:cxn modelId="{466E15CC-18A6-4243-90DC-65AB307B2BC6}" type="presOf" srcId="{EB52C575-446B-457B-B223-7D4EEABA24AA}" destId="{796BA1F9-1C91-4E18-9060-51B2A2BEB992}" srcOrd="0" destOrd="0" presId="urn:microsoft.com/office/officeart/2018/2/layout/IconVerticalSolidList"/>
    <dgm:cxn modelId="{1CBE56E3-A6B2-4B0A-B1F6-57C211797AD7}" type="presOf" srcId="{B0C16D49-BA83-4228-A74C-794B9C7450BF}" destId="{E7A1CFEE-7B8D-4369-9CF6-C58A7FD44A26}" srcOrd="0" destOrd="1" presId="urn:microsoft.com/office/officeart/2018/2/layout/IconVerticalSolidList"/>
    <dgm:cxn modelId="{D1BAA1E7-1196-4F77-9EAD-35B5B22D3C47}" srcId="{F8ED3D7B-90B1-4CC8-BD4B-DFB5AEB9CCC3}" destId="{B0C16D49-BA83-4228-A74C-794B9C7450BF}" srcOrd="1" destOrd="0" parTransId="{6C4BCE5D-3F97-49D1-A492-1F7D984148E1}" sibTransId="{3295E332-1615-4F1F-8E9D-4B9DFAFEDCA6}"/>
    <dgm:cxn modelId="{4F27E2F6-B040-45B4-9A67-38FF32E60941}" type="presOf" srcId="{532E9D6D-FD35-4114-93DD-CD3070B42D6D}" destId="{E7A1CFEE-7B8D-4369-9CF6-C58A7FD44A26}" srcOrd="0" destOrd="0" presId="urn:microsoft.com/office/officeart/2018/2/layout/IconVerticalSolidList"/>
    <dgm:cxn modelId="{92BDFBF6-C866-41EF-BEFF-7325D2202D6A}" type="presOf" srcId="{76905150-7B09-42E1-99EE-BA7DC15CF4DE}" destId="{3A63358F-6F08-4AF8-AFC7-44CE5B308E41}" srcOrd="0" destOrd="0" presId="urn:microsoft.com/office/officeart/2018/2/layout/IconVerticalSolidList"/>
    <dgm:cxn modelId="{3042BD36-1FD5-4699-81AC-F77212AB3BCB}" type="presParOf" srcId="{6C168F0D-C797-47F0-8A81-6AF5A9D73EAB}" destId="{29888C60-6ED6-4F00-87B4-8701E028D2C6}" srcOrd="0" destOrd="0" presId="urn:microsoft.com/office/officeart/2018/2/layout/IconVerticalSolidList"/>
    <dgm:cxn modelId="{9CCA0E6E-67BF-4810-AA47-DB4D9128124E}" type="presParOf" srcId="{29888C60-6ED6-4F00-87B4-8701E028D2C6}" destId="{FD2960F0-1CAD-4B41-9880-184CB0D2AC71}" srcOrd="0" destOrd="0" presId="urn:microsoft.com/office/officeart/2018/2/layout/IconVerticalSolidList"/>
    <dgm:cxn modelId="{A0608861-A9ED-4418-8A40-342938BDB95B}" type="presParOf" srcId="{29888C60-6ED6-4F00-87B4-8701E028D2C6}" destId="{68BA9263-AEA6-4716-A620-7EB63B4BA5D9}" srcOrd="1" destOrd="0" presId="urn:microsoft.com/office/officeart/2018/2/layout/IconVerticalSolidList"/>
    <dgm:cxn modelId="{53C7BEEF-45A2-40BD-B021-695E3B5DB364}" type="presParOf" srcId="{29888C60-6ED6-4F00-87B4-8701E028D2C6}" destId="{F4B4E600-4152-4345-881D-A39483DFB40C}" srcOrd="2" destOrd="0" presId="urn:microsoft.com/office/officeart/2018/2/layout/IconVerticalSolidList"/>
    <dgm:cxn modelId="{AB7C91C4-FC77-4B99-A981-4C083885B1DE}" type="presParOf" srcId="{29888C60-6ED6-4F00-87B4-8701E028D2C6}" destId="{3A63358F-6F08-4AF8-AFC7-44CE5B308E41}" srcOrd="3" destOrd="0" presId="urn:microsoft.com/office/officeart/2018/2/layout/IconVerticalSolidList"/>
    <dgm:cxn modelId="{BB9F5A42-32E0-48E3-AB6B-6907A1F0EF9E}" type="presParOf" srcId="{6C168F0D-C797-47F0-8A81-6AF5A9D73EAB}" destId="{336E8CE2-756E-4566-9F53-2C7E7DEF4565}" srcOrd="1" destOrd="0" presId="urn:microsoft.com/office/officeart/2018/2/layout/IconVerticalSolidList"/>
    <dgm:cxn modelId="{44E32363-2626-4063-AFFF-930DDD4B79E9}" type="presParOf" srcId="{6C168F0D-C797-47F0-8A81-6AF5A9D73EAB}" destId="{DF1E90E1-FE67-4467-9019-BA7CF8B48D9C}" srcOrd="2" destOrd="0" presId="urn:microsoft.com/office/officeart/2018/2/layout/IconVerticalSolidList"/>
    <dgm:cxn modelId="{2A71C0C4-91FB-4357-A812-899E017A40EA}" type="presParOf" srcId="{DF1E90E1-FE67-4467-9019-BA7CF8B48D9C}" destId="{28BA905D-585F-42CE-915C-F4ACA6BD90C0}" srcOrd="0" destOrd="0" presId="urn:microsoft.com/office/officeart/2018/2/layout/IconVerticalSolidList"/>
    <dgm:cxn modelId="{A28653A8-2FD7-4C72-A497-BAD0C16658CC}" type="presParOf" srcId="{DF1E90E1-FE67-4467-9019-BA7CF8B48D9C}" destId="{CB1906D7-F647-411E-BD36-4C051834E7E8}" srcOrd="1" destOrd="0" presId="urn:microsoft.com/office/officeart/2018/2/layout/IconVerticalSolidList"/>
    <dgm:cxn modelId="{008FEB5A-D4F9-4E7F-BB4A-BEACA7AB942A}" type="presParOf" srcId="{DF1E90E1-FE67-4467-9019-BA7CF8B48D9C}" destId="{E47EDFC5-073E-4A5F-9582-012374E97219}" srcOrd="2" destOrd="0" presId="urn:microsoft.com/office/officeart/2018/2/layout/IconVerticalSolidList"/>
    <dgm:cxn modelId="{0DC3F584-0E5F-4D6C-85AD-B0234256220D}" type="presParOf" srcId="{DF1E90E1-FE67-4467-9019-BA7CF8B48D9C}" destId="{0F256D49-1361-43AD-8AC5-0353262B976E}" srcOrd="3" destOrd="0" presId="urn:microsoft.com/office/officeart/2018/2/layout/IconVerticalSolidList"/>
    <dgm:cxn modelId="{1C8886AB-121B-4296-AD0D-21C5EE47B211}" type="presParOf" srcId="{6C168F0D-C797-47F0-8A81-6AF5A9D73EAB}" destId="{9A8AED38-79E8-4440-8215-6EFDFADD40FE}" srcOrd="3" destOrd="0" presId="urn:microsoft.com/office/officeart/2018/2/layout/IconVerticalSolidList"/>
    <dgm:cxn modelId="{EACC2860-DC8A-407F-8365-9116FCE75283}" type="presParOf" srcId="{6C168F0D-C797-47F0-8A81-6AF5A9D73EAB}" destId="{69F7955E-1537-4B74-8488-71B83E3B19AA}" srcOrd="4" destOrd="0" presId="urn:microsoft.com/office/officeart/2018/2/layout/IconVerticalSolidList"/>
    <dgm:cxn modelId="{E3FCC827-5027-4708-9671-6DDB9B9CF212}" type="presParOf" srcId="{69F7955E-1537-4B74-8488-71B83E3B19AA}" destId="{FD78092D-C25E-47D6-A692-7D80C23A2F1A}" srcOrd="0" destOrd="0" presId="urn:microsoft.com/office/officeart/2018/2/layout/IconVerticalSolidList"/>
    <dgm:cxn modelId="{2D3CE7EA-E287-4CF3-9B92-8AEBB42669B5}" type="presParOf" srcId="{69F7955E-1537-4B74-8488-71B83E3B19AA}" destId="{73506544-D4B4-4630-BCD7-9AF50829CC39}" srcOrd="1" destOrd="0" presId="urn:microsoft.com/office/officeart/2018/2/layout/IconVerticalSolidList"/>
    <dgm:cxn modelId="{83D2D063-6A61-4610-A64D-F6F6764A8650}" type="presParOf" srcId="{69F7955E-1537-4B74-8488-71B83E3B19AA}" destId="{69514A76-6044-4E7B-BB14-40D4C5D2094D}" srcOrd="2" destOrd="0" presId="urn:microsoft.com/office/officeart/2018/2/layout/IconVerticalSolidList"/>
    <dgm:cxn modelId="{74925925-9651-4345-BEB3-47977B43C6B5}" type="presParOf" srcId="{69F7955E-1537-4B74-8488-71B83E3B19AA}" destId="{A05A0836-F805-4810-AC38-ACD587471DE2}" srcOrd="3" destOrd="0" presId="urn:microsoft.com/office/officeart/2018/2/layout/IconVerticalSolidList"/>
    <dgm:cxn modelId="{63E1BD8C-5CB4-4AD3-8154-B3E8AD5FF1EB}" type="presParOf" srcId="{69F7955E-1537-4B74-8488-71B83E3B19AA}" destId="{E7A1CFEE-7B8D-4369-9CF6-C58A7FD44A26}" srcOrd="4" destOrd="0" presId="urn:microsoft.com/office/officeart/2018/2/layout/IconVerticalSolidList"/>
    <dgm:cxn modelId="{80780520-742D-4F10-AC6B-B12EC8404A11}" type="presParOf" srcId="{6C168F0D-C797-47F0-8A81-6AF5A9D73EAB}" destId="{1436A8B4-55B4-4C6D-8718-DE0F27BDC6FF}" srcOrd="5" destOrd="0" presId="urn:microsoft.com/office/officeart/2018/2/layout/IconVerticalSolidList"/>
    <dgm:cxn modelId="{2ECAD108-7162-4EA5-837F-796B9AAC38C0}" type="presParOf" srcId="{6C168F0D-C797-47F0-8A81-6AF5A9D73EAB}" destId="{68F7E8DC-BB5E-485E-AAFF-8614490554B7}" srcOrd="6" destOrd="0" presId="urn:microsoft.com/office/officeart/2018/2/layout/IconVerticalSolidList"/>
    <dgm:cxn modelId="{D91D9BAF-0C7B-4FC2-AD14-39345F9E3835}" type="presParOf" srcId="{68F7E8DC-BB5E-485E-AAFF-8614490554B7}" destId="{EFFFDF5F-5872-476D-A817-D4C950F10C3D}" srcOrd="0" destOrd="0" presId="urn:microsoft.com/office/officeart/2018/2/layout/IconVerticalSolidList"/>
    <dgm:cxn modelId="{E1AD319C-8B89-454F-9193-1CE64E8143E1}" type="presParOf" srcId="{68F7E8DC-BB5E-485E-AAFF-8614490554B7}" destId="{2200F381-708D-4F57-AFE9-32F3CA04DB54}" srcOrd="1" destOrd="0" presId="urn:microsoft.com/office/officeart/2018/2/layout/IconVerticalSolidList"/>
    <dgm:cxn modelId="{E4FBD542-CA03-48D1-8D0D-DA60056C9FA5}" type="presParOf" srcId="{68F7E8DC-BB5E-485E-AAFF-8614490554B7}" destId="{872D1F8E-892D-41B5-B350-3E38E771661D}" srcOrd="2" destOrd="0" presId="urn:microsoft.com/office/officeart/2018/2/layout/IconVerticalSolidList"/>
    <dgm:cxn modelId="{6211CDD2-DA1B-4DA0-926C-16F8552C52F4}" type="presParOf" srcId="{68F7E8DC-BB5E-485E-AAFF-8614490554B7}" destId="{2C875170-00B4-4810-93A0-6DADE60D2209}" srcOrd="3" destOrd="0" presId="urn:microsoft.com/office/officeart/2018/2/layout/IconVerticalSolidList"/>
    <dgm:cxn modelId="{16C503ED-431A-4A93-A911-83DAA69B802C}" type="presParOf" srcId="{6C168F0D-C797-47F0-8A81-6AF5A9D73EAB}" destId="{5AED3A9D-3315-431E-8AC8-FE3FBEC6CBA5}" srcOrd="7" destOrd="0" presId="urn:microsoft.com/office/officeart/2018/2/layout/IconVerticalSolidList"/>
    <dgm:cxn modelId="{21C09BE2-5308-4F55-A8DD-BC78E3688E45}" type="presParOf" srcId="{6C168F0D-C797-47F0-8A81-6AF5A9D73EAB}" destId="{428AE38C-1EB8-4E97-879F-D9B357155175}" srcOrd="8" destOrd="0" presId="urn:microsoft.com/office/officeart/2018/2/layout/IconVerticalSolidList"/>
    <dgm:cxn modelId="{EB10B080-6D5B-452E-99BB-D7CD48F985E5}" type="presParOf" srcId="{428AE38C-1EB8-4E97-879F-D9B357155175}" destId="{BCDE96C5-6D92-4898-827E-7BCBA750E91E}" srcOrd="0" destOrd="0" presId="urn:microsoft.com/office/officeart/2018/2/layout/IconVerticalSolidList"/>
    <dgm:cxn modelId="{E099FAEA-6684-4316-9910-DD3E07B2560C}" type="presParOf" srcId="{428AE38C-1EB8-4E97-879F-D9B357155175}" destId="{7E50498D-CC40-4BBB-AB58-9F2905047F57}" srcOrd="1" destOrd="0" presId="urn:microsoft.com/office/officeart/2018/2/layout/IconVerticalSolidList"/>
    <dgm:cxn modelId="{2B75D0E0-698D-420A-91DE-680A4CB8018C}" type="presParOf" srcId="{428AE38C-1EB8-4E97-879F-D9B357155175}" destId="{F0D1BD45-E45E-4C5D-8F9E-19BC08C82768}" srcOrd="2" destOrd="0" presId="urn:microsoft.com/office/officeart/2018/2/layout/IconVerticalSolidList"/>
    <dgm:cxn modelId="{A9B9908F-1382-4624-B486-74CF693B9218}" type="presParOf" srcId="{428AE38C-1EB8-4E97-879F-D9B357155175}" destId="{796BA1F9-1C91-4E18-9060-51B2A2BEB9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090890B-215F-40CA-A6D3-8D262D1D625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10E168-03ED-439A-A438-84B86E8FCC4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Stores embeddings efficiently </a:t>
          </a:r>
          <a:endParaRPr lang="en-US"/>
        </a:p>
      </dgm:t>
    </dgm:pt>
    <dgm:pt modelId="{7E38E2B1-4681-4B6E-88CE-8EC85C1240F2}" type="parTrans" cxnId="{E2BBAD6B-84CC-4313-B59A-2D7831BEA38B}">
      <dgm:prSet/>
      <dgm:spPr/>
      <dgm:t>
        <a:bodyPr/>
        <a:lstStyle/>
        <a:p>
          <a:endParaRPr lang="en-US"/>
        </a:p>
      </dgm:t>
    </dgm:pt>
    <dgm:pt modelId="{45F86DFC-9657-41A5-9DEA-35BDD54569BD}" type="sibTrans" cxnId="{E2BBAD6B-84CC-4313-B59A-2D7831BEA38B}">
      <dgm:prSet/>
      <dgm:spPr/>
      <dgm:t>
        <a:bodyPr/>
        <a:lstStyle/>
        <a:p>
          <a:endParaRPr lang="en-US"/>
        </a:p>
      </dgm:t>
    </dgm:pt>
    <dgm:pt modelId="{642F04A8-B541-4A93-8866-44D35DCD0D6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Performs </a:t>
          </a:r>
          <a:r>
            <a:rPr lang="fr-FR" b="1"/>
            <a:t>fast similarity search</a:t>
          </a:r>
          <a:r>
            <a:rPr lang="fr-FR"/>
            <a:t> </a:t>
          </a:r>
          <a:endParaRPr lang="en-US"/>
        </a:p>
      </dgm:t>
    </dgm:pt>
    <dgm:pt modelId="{4ECEF648-0BD5-45BB-872C-47FA13496417}" type="parTrans" cxnId="{70FD73C8-7AFD-446F-94A1-1739D032CC4C}">
      <dgm:prSet/>
      <dgm:spPr/>
      <dgm:t>
        <a:bodyPr/>
        <a:lstStyle/>
        <a:p>
          <a:endParaRPr lang="en-US"/>
        </a:p>
      </dgm:t>
    </dgm:pt>
    <dgm:pt modelId="{E9B1AE41-6093-4916-9F18-C4C8FF3BB876}" type="sibTrans" cxnId="{70FD73C8-7AFD-446F-94A1-1739D032CC4C}">
      <dgm:prSet/>
      <dgm:spPr/>
      <dgm:t>
        <a:bodyPr/>
        <a:lstStyle/>
        <a:p>
          <a:endParaRPr lang="en-US"/>
        </a:p>
      </dgm:t>
    </dgm:pt>
    <dgm:pt modelId="{5082AF7F-B595-4E3E-A4AD-FDD53E1A754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Works fully </a:t>
          </a:r>
          <a:r>
            <a:rPr lang="fr-FR" b="1"/>
            <a:t>offline</a:t>
          </a:r>
          <a:r>
            <a:rPr lang="fr-FR"/>
            <a:t> </a:t>
          </a:r>
          <a:endParaRPr lang="en-US"/>
        </a:p>
      </dgm:t>
    </dgm:pt>
    <dgm:pt modelId="{16ACC2AD-88C4-4C89-9477-15ACF4317CBB}" type="parTrans" cxnId="{73112D88-5765-4A12-BF0C-530A43B04C9D}">
      <dgm:prSet/>
      <dgm:spPr/>
      <dgm:t>
        <a:bodyPr/>
        <a:lstStyle/>
        <a:p>
          <a:endParaRPr lang="en-US"/>
        </a:p>
      </dgm:t>
    </dgm:pt>
    <dgm:pt modelId="{FFB6E22E-0373-4E4D-AC4B-C56CD23CEBE9}" type="sibTrans" cxnId="{73112D88-5765-4A12-BF0C-530A43B04C9D}">
      <dgm:prSet/>
      <dgm:spPr/>
      <dgm:t>
        <a:bodyPr/>
        <a:lstStyle/>
        <a:p>
          <a:endParaRPr lang="en-US"/>
        </a:p>
      </dgm:t>
    </dgm:pt>
    <dgm:pt modelId="{A9979F25-7644-4338-8899-BA6FD3C1580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Scales to large datasets </a:t>
          </a:r>
          <a:endParaRPr lang="en-US"/>
        </a:p>
      </dgm:t>
    </dgm:pt>
    <dgm:pt modelId="{95DAFB9E-BDC9-4C81-AEC4-E64F846234EA}" type="parTrans" cxnId="{08C6299F-B8D4-4CF6-954A-ACA7722838F8}">
      <dgm:prSet/>
      <dgm:spPr/>
      <dgm:t>
        <a:bodyPr/>
        <a:lstStyle/>
        <a:p>
          <a:endParaRPr lang="en-US"/>
        </a:p>
      </dgm:t>
    </dgm:pt>
    <dgm:pt modelId="{71798EEE-3BEC-4DFB-B9BA-E40C5D18A0C3}" type="sibTrans" cxnId="{08C6299F-B8D4-4CF6-954A-ACA7722838F8}">
      <dgm:prSet/>
      <dgm:spPr/>
      <dgm:t>
        <a:bodyPr/>
        <a:lstStyle/>
        <a:p>
          <a:endParaRPr lang="en-US"/>
        </a:p>
      </dgm:t>
    </dgm:pt>
    <dgm:pt modelId="{50A7CB37-2E1C-4AB8-9F45-1F3427DF6FC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Role in pipeline:</a:t>
          </a:r>
          <a:endParaRPr lang="en-US"/>
        </a:p>
      </dgm:t>
    </dgm:pt>
    <dgm:pt modelId="{595BADFB-E6DC-4FFF-AB65-2A7134316402}" type="parTrans" cxnId="{6C3F11D0-B03F-4AF6-A987-43A3AAC9F733}">
      <dgm:prSet/>
      <dgm:spPr/>
      <dgm:t>
        <a:bodyPr/>
        <a:lstStyle/>
        <a:p>
          <a:endParaRPr lang="en-US"/>
        </a:p>
      </dgm:t>
    </dgm:pt>
    <dgm:pt modelId="{6B4DCC95-CFFA-47BF-8026-9C77F1E98140}" type="sibTrans" cxnId="{6C3F11D0-B03F-4AF6-A987-43A3AAC9F733}">
      <dgm:prSet/>
      <dgm:spPr/>
      <dgm:t>
        <a:bodyPr/>
        <a:lstStyle/>
        <a:p>
          <a:endParaRPr lang="en-US"/>
        </a:p>
      </dgm:t>
    </dgm:pt>
    <dgm:pt modelId="{E35AAA79-01F2-45D0-952B-87097EB129C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Store and retrieve relevant document chunks using vector similarity</a:t>
          </a:r>
          <a:endParaRPr lang="en-US"/>
        </a:p>
      </dgm:t>
    </dgm:pt>
    <dgm:pt modelId="{0EFF78DD-C1A2-4F18-9655-0FB3BCB3C9B9}" type="parTrans" cxnId="{B3C4F957-1BED-42BF-9AE7-9C6343D709CA}">
      <dgm:prSet/>
      <dgm:spPr/>
      <dgm:t>
        <a:bodyPr/>
        <a:lstStyle/>
        <a:p>
          <a:endParaRPr lang="en-US"/>
        </a:p>
      </dgm:t>
    </dgm:pt>
    <dgm:pt modelId="{CBBFA0C9-5C53-4209-BDE3-B475E6B2DFE7}" type="sibTrans" cxnId="{B3C4F957-1BED-42BF-9AE7-9C6343D709CA}">
      <dgm:prSet/>
      <dgm:spPr/>
      <dgm:t>
        <a:bodyPr/>
        <a:lstStyle/>
        <a:p>
          <a:endParaRPr lang="en-US"/>
        </a:p>
      </dgm:t>
    </dgm:pt>
    <dgm:pt modelId="{1CCC4FE8-D2EA-426C-9CFF-590EE03C397A}" type="pres">
      <dgm:prSet presAssocID="{5090890B-215F-40CA-A6D3-8D262D1D6255}" presName="root" presStyleCnt="0">
        <dgm:presLayoutVars>
          <dgm:dir/>
          <dgm:resizeHandles val="exact"/>
        </dgm:presLayoutVars>
      </dgm:prSet>
      <dgm:spPr/>
    </dgm:pt>
    <dgm:pt modelId="{6517B456-9473-437D-8313-194E0D3E52DC}" type="pres">
      <dgm:prSet presAssocID="{8310E168-03ED-439A-A438-84B86E8FCC45}" presName="compNode" presStyleCnt="0"/>
      <dgm:spPr/>
    </dgm:pt>
    <dgm:pt modelId="{1C5B20AE-A9A6-48B8-8ACF-199E2E681BFB}" type="pres">
      <dgm:prSet presAssocID="{8310E168-03ED-439A-A438-84B86E8FCC45}" presName="bgRect" presStyleLbl="bgShp" presStyleIdx="0" presStyleCnt="5"/>
      <dgm:spPr/>
    </dgm:pt>
    <dgm:pt modelId="{6770FC8A-02DD-4BF7-BDC5-49F161944DB2}" type="pres">
      <dgm:prSet presAssocID="{8310E168-03ED-439A-A438-84B86E8FCC4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uage"/>
        </a:ext>
      </dgm:extLst>
    </dgm:pt>
    <dgm:pt modelId="{1223566B-D7BB-409A-B025-A315673C8A0A}" type="pres">
      <dgm:prSet presAssocID="{8310E168-03ED-439A-A438-84B86E8FCC45}" presName="spaceRect" presStyleCnt="0"/>
      <dgm:spPr/>
    </dgm:pt>
    <dgm:pt modelId="{74691CF1-B0D8-4A89-8926-65173918B36B}" type="pres">
      <dgm:prSet presAssocID="{8310E168-03ED-439A-A438-84B86E8FCC45}" presName="parTx" presStyleLbl="revTx" presStyleIdx="0" presStyleCnt="6">
        <dgm:presLayoutVars>
          <dgm:chMax val="0"/>
          <dgm:chPref val="0"/>
        </dgm:presLayoutVars>
      </dgm:prSet>
      <dgm:spPr/>
    </dgm:pt>
    <dgm:pt modelId="{D83E0743-7B1A-406E-B03C-B07EBB0CC345}" type="pres">
      <dgm:prSet presAssocID="{45F86DFC-9657-41A5-9DEA-35BDD54569BD}" presName="sibTrans" presStyleCnt="0"/>
      <dgm:spPr/>
    </dgm:pt>
    <dgm:pt modelId="{60550317-E359-490D-947C-9FA7D1811933}" type="pres">
      <dgm:prSet presAssocID="{642F04A8-B541-4A93-8866-44D35DCD0D64}" presName="compNode" presStyleCnt="0"/>
      <dgm:spPr/>
    </dgm:pt>
    <dgm:pt modelId="{EFFA0F3C-94EE-4BB1-B0A9-05C2DAE38874}" type="pres">
      <dgm:prSet presAssocID="{642F04A8-B541-4A93-8866-44D35DCD0D64}" presName="bgRect" presStyleLbl="bgShp" presStyleIdx="1" presStyleCnt="5"/>
      <dgm:spPr/>
    </dgm:pt>
    <dgm:pt modelId="{004BE84C-ECA2-4EF1-BA9C-FAAD4192EE5E}" type="pres">
      <dgm:prSet presAssocID="{642F04A8-B541-4A93-8866-44D35DCD0D6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4901740-790A-464E-B645-595702085A8D}" type="pres">
      <dgm:prSet presAssocID="{642F04A8-B541-4A93-8866-44D35DCD0D64}" presName="spaceRect" presStyleCnt="0"/>
      <dgm:spPr/>
    </dgm:pt>
    <dgm:pt modelId="{792FB2AD-F9E1-4B2C-9CFA-8D593D03584B}" type="pres">
      <dgm:prSet presAssocID="{642F04A8-B541-4A93-8866-44D35DCD0D64}" presName="parTx" presStyleLbl="revTx" presStyleIdx="1" presStyleCnt="6">
        <dgm:presLayoutVars>
          <dgm:chMax val="0"/>
          <dgm:chPref val="0"/>
        </dgm:presLayoutVars>
      </dgm:prSet>
      <dgm:spPr/>
    </dgm:pt>
    <dgm:pt modelId="{C263FBCC-2BA8-4132-AEDA-615BC188B315}" type="pres">
      <dgm:prSet presAssocID="{E9B1AE41-6093-4916-9F18-C4C8FF3BB876}" presName="sibTrans" presStyleCnt="0"/>
      <dgm:spPr/>
    </dgm:pt>
    <dgm:pt modelId="{DD6B0934-27A9-4253-85F5-71661A714C23}" type="pres">
      <dgm:prSet presAssocID="{5082AF7F-B595-4E3E-A4AD-FDD53E1A7543}" presName="compNode" presStyleCnt="0"/>
      <dgm:spPr/>
    </dgm:pt>
    <dgm:pt modelId="{C43426B7-D458-4A62-8F29-4CFAA604FD71}" type="pres">
      <dgm:prSet presAssocID="{5082AF7F-B595-4E3E-A4AD-FDD53E1A7543}" presName="bgRect" presStyleLbl="bgShp" presStyleIdx="2" presStyleCnt="5"/>
      <dgm:spPr/>
    </dgm:pt>
    <dgm:pt modelId="{C44351C8-6A09-47FE-9C00-C1FA9DD0C07B}" type="pres">
      <dgm:prSet presAssocID="{5082AF7F-B595-4E3E-A4AD-FDD53E1A754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D8237851-2C05-4207-8931-C649DE1356B9}" type="pres">
      <dgm:prSet presAssocID="{5082AF7F-B595-4E3E-A4AD-FDD53E1A7543}" presName="spaceRect" presStyleCnt="0"/>
      <dgm:spPr/>
    </dgm:pt>
    <dgm:pt modelId="{AAE9607A-9BB8-4A0B-A4D2-62EBF369592E}" type="pres">
      <dgm:prSet presAssocID="{5082AF7F-B595-4E3E-A4AD-FDD53E1A7543}" presName="parTx" presStyleLbl="revTx" presStyleIdx="2" presStyleCnt="6">
        <dgm:presLayoutVars>
          <dgm:chMax val="0"/>
          <dgm:chPref val="0"/>
        </dgm:presLayoutVars>
      </dgm:prSet>
      <dgm:spPr/>
    </dgm:pt>
    <dgm:pt modelId="{8559E25A-8B39-4CD6-A39E-72BEB83A9A48}" type="pres">
      <dgm:prSet presAssocID="{FFB6E22E-0373-4E4D-AC4B-C56CD23CEBE9}" presName="sibTrans" presStyleCnt="0"/>
      <dgm:spPr/>
    </dgm:pt>
    <dgm:pt modelId="{1AC4670E-042A-4376-BC55-4692C24F44BE}" type="pres">
      <dgm:prSet presAssocID="{A9979F25-7644-4338-8899-BA6FD3C15806}" presName="compNode" presStyleCnt="0"/>
      <dgm:spPr/>
    </dgm:pt>
    <dgm:pt modelId="{6CAACD0D-89B9-45BF-B7BC-B109F1160542}" type="pres">
      <dgm:prSet presAssocID="{A9979F25-7644-4338-8899-BA6FD3C15806}" presName="bgRect" presStyleLbl="bgShp" presStyleIdx="3" presStyleCnt="5"/>
      <dgm:spPr/>
    </dgm:pt>
    <dgm:pt modelId="{DE7DB9AD-11CB-4EC4-B529-D4444FA4E882}" type="pres">
      <dgm:prSet presAssocID="{A9979F25-7644-4338-8899-BA6FD3C1580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960B1BF-C57F-499A-8B2E-9EE247C25F43}" type="pres">
      <dgm:prSet presAssocID="{A9979F25-7644-4338-8899-BA6FD3C15806}" presName="spaceRect" presStyleCnt="0"/>
      <dgm:spPr/>
    </dgm:pt>
    <dgm:pt modelId="{C1306CE6-3AD2-4A02-92BA-9583EA9EE266}" type="pres">
      <dgm:prSet presAssocID="{A9979F25-7644-4338-8899-BA6FD3C15806}" presName="parTx" presStyleLbl="revTx" presStyleIdx="3" presStyleCnt="6">
        <dgm:presLayoutVars>
          <dgm:chMax val="0"/>
          <dgm:chPref val="0"/>
        </dgm:presLayoutVars>
      </dgm:prSet>
      <dgm:spPr/>
    </dgm:pt>
    <dgm:pt modelId="{5C4E5BA1-249E-4631-B64D-E303F6112D0B}" type="pres">
      <dgm:prSet presAssocID="{71798EEE-3BEC-4DFB-B9BA-E40C5D18A0C3}" presName="sibTrans" presStyleCnt="0"/>
      <dgm:spPr/>
    </dgm:pt>
    <dgm:pt modelId="{9E6C6486-CE13-4146-BF1B-DF7205825928}" type="pres">
      <dgm:prSet presAssocID="{50A7CB37-2E1C-4AB8-9F45-1F3427DF6FC4}" presName="compNode" presStyleCnt="0"/>
      <dgm:spPr/>
    </dgm:pt>
    <dgm:pt modelId="{23144C81-5C96-4651-8B90-7EE561F35510}" type="pres">
      <dgm:prSet presAssocID="{50A7CB37-2E1C-4AB8-9F45-1F3427DF6FC4}" presName="bgRect" presStyleLbl="bgShp" presStyleIdx="4" presStyleCnt="5"/>
      <dgm:spPr/>
    </dgm:pt>
    <dgm:pt modelId="{5818339E-7B8C-4565-A617-EB0061706EE2}" type="pres">
      <dgm:prSet presAssocID="{50A7CB37-2E1C-4AB8-9F45-1F3427DF6FC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823F60BE-8945-4EBA-9D29-FA18C85EA26A}" type="pres">
      <dgm:prSet presAssocID="{50A7CB37-2E1C-4AB8-9F45-1F3427DF6FC4}" presName="spaceRect" presStyleCnt="0"/>
      <dgm:spPr/>
    </dgm:pt>
    <dgm:pt modelId="{E1A5B3AE-92E6-4CCF-A334-613D4AB79190}" type="pres">
      <dgm:prSet presAssocID="{50A7CB37-2E1C-4AB8-9F45-1F3427DF6FC4}" presName="parTx" presStyleLbl="revTx" presStyleIdx="4" presStyleCnt="6">
        <dgm:presLayoutVars>
          <dgm:chMax val="0"/>
          <dgm:chPref val="0"/>
        </dgm:presLayoutVars>
      </dgm:prSet>
      <dgm:spPr/>
    </dgm:pt>
    <dgm:pt modelId="{20F5D908-DA12-4672-A2FB-1FAA20F11F92}" type="pres">
      <dgm:prSet presAssocID="{50A7CB37-2E1C-4AB8-9F45-1F3427DF6FC4}" presName="desTx" presStyleLbl="revTx" presStyleIdx="5" presStyleCnt="6">
        <dgm:presLayoutVars/>
      </dgm:prSet>
      <dgm:spPr/>
    </dgm:pt>
  </dgm:ptLst>
  <dgm:cxnLst>
    <dgm:cxn modelId="{AE040A15-5108-4B24-AA9F-F23C9B5E9AB9}" type="presOf" srcId="{A9979F25-7644-4338-8899-BA6FD3C15806}" destId="{C1306CE6-3AD2-4A02-92BA-9583EA9EE266}" srcOrd="0" destOrd="0" presId="urn:microsoft.com/office/officeart/2018/2/layout/IconVerticalSolidList"/>
    <dgm:cxn modelId="{5E884423-2062-49AC-A250-C3ECDE618395}" type="presOf" srcId="{5090890B-215F-40CA-A6D3-8D262D1D6255}" destId="{1CCC4FE8-D2EA-426C-9CFF-590EE03C397A}" srcOrd="0" destOrd="0" presId="urn:microsoft.com/office/officeart/2018/2/layout/IconVerticalSolidList"/>
    <dgm:cxn modelId="{66221C43-9B34-4640-8645-29AF5A18FBD3}" type="presOf" srcId="{50A7CB37-2E1C-4AB8-9F45-1F3427DF6FC4}" destId="{E1A5B3AE-92E6-4CCF-A334-613D4AB79190}" srcOrd="0" destOrd="0" presId="urn:microsoft.com/office/officeart/2018/2/layout/IconVerticalSolidList"/>
    <dgm:cxn modelId="{E2BBAD6B-84CC-4313-B59A-2D7831BEA38B}" srcId="{5090890B-215F-40CA-A6D3-8D262D1D6255}" destId="{8310E168-03ED-439A-A438-84B86E8FCC45}" srcOrd="0" destOrd="0" parTransId="{7E38E2B1-4681-4B6E-88CE-8EC85C1240F2}" sibTransId="{45F86DFC-9657-41A5-9DEA-35BDD54569BD}"/>
    <dgm:cxn modelId="{F422D54B-72FA-4C71-A550-24D08C84BBA6}" type="presOf" srcId="{8310E168-03ED-439A-A438-84B86E8FCC45}" destId="{74691CF1-B0D8-4A89-8926-65173918B36B}" srcOrd="0" destOrd="0" presId="urn:microsoft.com/office/officeart/2018/2/layout/IconVerticalSolidList"/>
    <dgm:cxn modelId="{8C022675-6D17-4DAC-AC23-DAEC28850A63}" type="presOf" srcId="{5082AF7F-B595-4E3E-A4AD-FDD53E1A7543}" destId="{AAE9607A-9BB8-4A0B-A4D2-62EBF369592E}" srcOrd="0" destOrd="0" presId="urn:microsoft.com/office/officeart/2018/2/layout/IconVerticalSolidList"/>
    <dgm:cxn modelId="{B3C4F957-1BED-42BF-9AE7-9C6343D709CA}" srcId="{50A7CB37-2E1C-4AB8-9F45-1F3427DF6FC4}" destId="{E35AAA79-01F2-45D0-952B-87097EB129CA}" srcOrd="0" destOrd="0" parTransId="{0EFF78DD-C1A2-4F18-9655-0FB3BCB3C9B9}" sibTransId="{CBBFA0C9-5C53-4209-BDE3-B475E6B2DFE7}"/>
    <dgm:cxn modelId="{26199759-8F32-4143-8A59-4D6D607E09A5}" type="presOf" srcId="{E35AAA79-01F2-45D0-952B-87097EB129CA}" destId="{20F5D908-DA12-4672-A2FB-1FAA20F11F92}" srcOrd="0" destOrd="0" presId="urn:microsoft.com/office/officeart/2018/2/layout/IconVerticalSolidList"/>
    <dgm:cxn modelId="{B7ADA980-11C3-493A-A1B4-1B32275A6D19}" type="presOf" srcId="{642F04A8-B541-4A93-8866-44D35DCD0D64}" destId="{792FB2AD-F9E1-4B2C-9CFA-8D593D03584B}" srcOrd="0" destOrd="0" presId="urn:microsoft.com/office/officeart/2018/2/layout/IconVerticalSolidList"/>
    <dgm:cxn modelId="{73112D88-5765-4A12-BF0C-530A43B04C9D}" srcId="{5090890B-215F-40CA-A6D3-8D262D1D6255}" destId="{5082AF7F-B595-4E3E-A4AD-FDD53E1A7543}" srcOrd="2" destOrd="0" parTransId="{16ACC2AD-88C4-4C89-9477-15ACF4317CBB}" sibTransId="{FFB6E22E-0373-4E4D-AC4B-C56CD23CEBE9}"/>
    <dgm:cxn modelId="{08C6299F-B8D4-4CF6-954A-ACA7722838F8}" srcId="{5090890B-215F-40CA-A6D3-8D262D1D6255}" destId="{A9979F25-7644-4338-8899-BA6FD3C15806}" srcOrd="3" destOrd="0" parTransId="{95DAFB9E-BDC9-4C81-AEC4-E64F846234EA}" sibTransId="{71798EEE-3BEC-4DFB-B9BA-E40C5D18A0C3}"/>
    <dgm:cxn modelId="{70FD73C8-7AFD-446F-94A1-1739D032CC4C}" srcId="{5090890B-215F-40CA-A6D3-8D262D1D6255}" destId="{642F04A8-B541-4A93-8866-44D35DCD0D64}" srcOrd="1" destOrd="0" parTransId="{4ECEF648-0BD5-45BB-872C-47FA13496417}" sibTransId="{E9B1AE41-6093-4916-9F18-C4C8FF3BB876}"/>
    <dgm:cxn modelId="{6C3F11D0-B03F-4AF6-A987-43A3AAC9F733}" srcId="{5090890B-215F-40CA-A6D3-8D262D1D6255}" destId="{50A7CB37-2E1C-4AB8-9F45-1F3427DF6FC4}" srcOrd="4" destOrd="0" parTransId="{595BADFB-E6DC-4FFF-AB65-2A7134316402}" sibTransId="{6B4DCC95-CFFA-47BF-8026-9C77F1E98140}"/>
    <dgm:cxn modelId="{EAAF97EA-8971-4B36-AB47-98834E0E4AEB}" type="presParOf" srcId="{1CCC4FE8-D2EA-426C-9CFF-590EE03C397A}" destId="{6517B456-9473-437D-8313-194E0D3E52DC}" srcOrd="0" destOrd="0" presId="urn:microsoft.com/office/officeart/2018/2/layout/IconVerticalSolidList"/>
    <dgm:cxn modelId="{E8D64EB2-F28E-4805-AEB2-1C77A3D36420}" type="presParOf" srcId="{6517B456-9473-437D-8313-194E0D3E52DC}" destId="{1C5B20AE-A9A6-48B8-8ACF-199E2E681BFB}" srcOrd="0" destOrd="0" presId="urn:microsoft.com/office/officeart/2018/2/layout/IconVerticalSolidList"/>
    <dgm:cxn modelId="{CBC898AF-E130-435E-9B99-57FDDC242E0C}" type="presParOf" srcId="{6517B456-9473-437D-8313-194E0D3E52DC}" destId="{6770FC8A-02DD-4BF7-BDC5-49F161944DB2}" srcOrd="1" destOrd="0" presId="urn:microsoft.com/office/officeart/2018/2/layout/IconVerticalSolidList"/>
    <dgm:cxn modelId="{767D8855-CD04-418C-BA6F-1E6282CA9256}" type="presParOf" srcId="{6517B456-9473-437D-8313-194E0D3E52DC}" destId="{1223566B-D7BB-409A-B025-A315673C8A0A}" srcOrd="2" destOrd="0" presId="urn:microsoft.com/office/officeart/2018/2/layout/IconVerticalSolidList"/>
    <dgm:cxn modelId="{8272B559-3F90-4F4D-9FAD-859830A6D59B}" type="presParOf" srcId="{6517B456-9473-437D-8313-194E0D3E52DC}" destId="{74691CF1-B0D8-4A89-8926-65173918B36B}" srcOrd="3" destOrd="0" presId="urn:microsoft.com/office/officeart/2018/2/layout/IconVerticalSolidList"/>
    <dgm:cxn modelId="{343AC614-6FB5-4BBC-8C67-924E6877DD86}" type="presParOf" srcId="{1CCC4FE8-D2EA-426C-9CFF-590EE03C397A}" destId="{D83E0743-7B1A-406E-B03C-B07EBB0CC345}" srcOrd="1" destOrd="0" presId="urn:microsoft.com/office/officeart/2018/2/layout/IconVerticalSolidList"/>
    <dgm:cxn modelId="{E21E568B-D4B4-4DB5-94BC-233E852F5ECA}" type="presParOf" srcId="{1CCC4FE8-D2EA-426C-9CFF-590EE03C397A}" destId="{60550317-E359-490D-947C-9FA7D1811933}" srcOrd="2" destOrd="0" presId="urn:microsoft.com/office/officeart/2018/2/layout/IconVerticalSolidList"/>
    <dgm:cxn modelId="{77B0C4C5-5BB2-46AF-BAD5-0E562B79C77F}" type="presParOf" srcId="{60550317-E359-490D-947C-9FA7D1811933}" destId="{EFFA0F3C-94EE-4BB1-B0A9-05C2DAE38874}" srcOrd="0" destOrd="0" presId="urn:microsoft.com/office/officeart/2018/2/layout/IconVerticalSolidList"/>
    <dgm:cxn modelId="{27F450CD-205A-4D03-98F7-24CC68C4521A}" type="presParOf" srcId="{60550317-E359-490D-947C-9FA7D1811933}" destId="{004BE84C-ECA2-4EF1-BA9C-FAAD4192EE5E}" srcOrd="1" destOrd="0" presId="urn:microsoft.com/office/officeart/2018/2/layout/IconVerticalSolidList"/>
    <dgm:cxn modelId="{0510A2D8-0D5F-4BD5-9EAC-0E6D13C79E52}" type="presParOf" srcId="{60550317-E359-490D-947C-9FA7D1811933}" destId="{D4901740-790A-464E-B645-595702085A8D}" srcOrd="2" destOrd="0" presId="urn:microsoft.com/office/officeart/2018/2/layout/IconVerticalSolidList"/>
    <dgm:cxn modelId="{9DF40D82-3B3E-43D8-9D3C-B6B300EAD255}" type="presParOf" srcId="{60550317-E359-490D-947C-9FA7D1811933}" destId="{792FB2AD-F9E1-4B2C-9CFA-8D593D03584B}" srcOrd="3" destOrd="0" presId="urn:microsoft.com/office/officeart/2018/2/layout/IconVerticalSolidList"/>
    <dgm:cxn modelId="{8A6FE20A-1FBC-43F9-B43F-F88777125A2E}" type="presParOf" srcId="{1CCC4FE8-D2EA-426C-9CFF-590EE03C397A}" destId="{C263FBCC-2BA8-4132-AEDA-615BC188B315}" srcOrd="3" destOrd="0" presId="urn:microsoft.com/office/officeart/2018/2/layout/IconVerticalSolidList"/>
    <dgm:cxn modelId="{DDFD7416-CE2E-46F4-B670-D663402DD2BD}" type="presParOf" srcId="{1CCC4FE8-D2EA-426C-9CFF-590EE03C397A}" destId="{DD6B0934-27A9-4253-85F5-71661A714C23}" srcOrd="4" destOrd="0" presId="urn:microsoft.com/office/officeart/2018/2/layout/IconVerticalSolidList"/>
    <dgm:cxn modelId="{273ADFB1-A85C-4A37-95CC-854560B44A49}" type="presParOf" srcId="{DD6B0934-27A9-4253-85F5-71661A714C23}" destId="{C43426B7-D458-4A62-8F29-4CFAA604FD71}" srcOrd="0" destOrd="0" presId="urn:microsoft.com/office/officeart/2018/2/layout/IconVerticalSolidList"/>
    <dgm:cxn modelId="{F5E86C8E-6776-4B29-9247-089C8287AF1F}" type="presParOf" srcId="{DD6B0934-27A9-4253-85F5-71661A714C23}" destId="{C44351C8-6A09-47FE-9C00-C1FA9DD0C07B}" srcOrd="1" destOrd="0" presId="urn:microsoft.com/office/officeart/2018/2/layout/IconVerticalSolidList"/>
    <dgm:cxn modelId="{7A802422-FC46-4BDA-9F24-94F7BD16E54F}" type="presParOf" srcId="{DD6B0934-27A9-4253-85F5-71661A714C23}" destId="{D8237851-2C05-4207-8931-C649DE1356B9}" srcOrd="2" destOrd="0" presId="urn:microsoft.com/office/officeart/2018/2/layout/IconVerticalSolidList"/>
    <dgm:cxn modelId="{F74F525B-C59C-4606-A84C-D6BCE5AAE6D9}" type="presParOf" srcId="{DD6B0934-27A9-4253-85F5-71661A714C23}" destId="{AAE9607A-9BB8-4A0B-A4D2-62EBF369592E}" srcOrd="3" destOrd="0" presId="urn:microsoft.com/office/officeart/2018/2/layout/IconVerticalSolidList"/>
    <dgm:cxn modelId="{7D2ED246-A1B6-4EB8-9725-51A1388080C5}" type="presParOf" srcId="{1CCC4FE8-D2EA-426C-9CFF-590EE03C397A}" destId="{8559E25A-8B39-4CD6-A39E-72BEB83A9A48}" srcOrd="5" destOrd="0" presId="urn:microsoft.com/office/officeart/2018/2/layout/IconVerticalSolidList"/>
    <dgm:cxn modelId="{754117D6-99C8-43D0-A174-EF9D4295E4B7}" type="presParOf" srcId="{1CCC4FE8-D2EA-426C-9CFF-590EE03C397A}" destId="{1AC4670E-042A-4376-BC55-4692C24F44BE}" srcOrd="6" destOrd="0" presId="urn:microsoft.com/office/officeart/2018/2/layout/IconVerticalSolidList"/>
    <dgm:cxn modelId="{6F02FB5E-D669-41F4-B52D-D009F3364DAF}" type="presParOf" srcId="{1AC4670E-042A-4376-BC55-4692C24F44BE}" destId="{6CAACD0D-89B9-45BF-B7BC-B109F1160542}" srcOrd="0" destOrd="0" presId="urn:microsoft.com/office/officeart/2018/2/layout/IconVerticalSolidList"/>
    <dgm:cxn modelId="{15B68B45-C138-4F08-A5A8-C014EB9D61C1}" type="presParOf" srcId="{1AC4670E-042A-4376-BC55-4692C24F44BE}" destId="{DE7DB9AD-11CB-4EC4-B529-D4444FA4E882}" srcOrd="1" destOrd="0" presId="urn:microsoft.com/office/officeart/2018/2/layout/IconVerticalSolidList"/>
    <dgm:cxn modelId="{34A612D5-FC7C-4C03-A88D-C6E21764939D}" type="presParOf" srcId="{1AC4670E-042A-4376-BC55-4692C24F44BE}" destId="{4960B1BF-C57F-499A-8B2E-9EE247C25F43}" srcOrd="2" destOrd="0" presId="urn:microsoft.com/office/officeart/2018/2/layout/IconVerticalSolidList"/>
    <dgm:cxn modelId="{BE59060D-8061-409C-BF7D-70700C21FDB9}" type="presParOf" srcId="{1AC4670E-042A-4376-BC55-4692C24F44BE}" destId="{C1306CE6-3AD2-4A02-92BA-9583EA9EE266}" srcOrd="3" destOrd="0" presId="urn:microsoft.com/office/officeart/2018/2/layout/IconVerticalSolidList"/>
    <dgm:cxn modelId="{9A4D06FE-0B80-4636-BBF6-0FEA45069A04}" type="presParOf" srcId="{1CCC4FE8-D2EA-426C-9CFF-590EE03C397A}" destId="{5C4E5BA1-249E-4631-B64D-E303F6112D0B}" srcOrd="7" destOrd="0" presId="urn:microsoft.com/office/officeart/2018/2/layout/IconVerticalSolidList"/>
    <dgm:cxn modelId="{5DEAD4EF-A7C5-4EFC-A07E-84BD96A595BA}" type="presParOf" srcId="{1CCC4FE8-D2EA-426C-9CFF-590EE03C397A}" destId="{9E6C6486-CE13-4146-BF1B-DF7205825928}" srcOrd="8" destOrd="0" presId="urn:microsoft.com/office/officeart/2018/2/layout/IconVerticalSolidList"/>
    <dgm:cxn modelId="{079B686B-D52C-4E68-BF67-746A614564FD}" type="presParOf" srcId="{9E6C6486-CE13-4146-BF1B-DF7205825928}" destId="{23144C81-5C96-4651-8B90-7EE561F35510}" srcOrd="0" destOrd="0" presId="urn:microsoft.com/office/officeart/2018/2/layout/IconVerticalSolidList"/>
    <dgm:cxn modelId="{D91F4A28-B0BF-42EE-965B-9513DAEAD609}" type="presParOf" srcId="{9E6C6486-CE13-4146-BF1B-DF7205825928}" destId="{5818339E-7B8C-4565-A617-EB0061706EE2}" srcOrd="1" destOrd="0" presId="urn:microsoft.com/office/officeart/2018/2/layout/IconVerticalSolidList"/>
    <dgm:cxn modelId="{F9EC9C2E-48E5-4B24-AB76-7A32A2E26DBE}" type="presParOf" srcId="{9E6C6486-CE13-4146-BF1B-DF7205825928}" destId="{823F60BE-8945-4EBA-9D29-FA18C85EA26A}" srcOrd="2" destOrd="0" presId="urn:microsoft.com/office/officeart/2018/2/layout/IconVerticalSolidList"/>
    <dgm:cxn modelId="{7A5529E9-24AA-4C4F-A0AC-F4DF0C3F2910}" type="presParOf" srcId="{9E6C6486-CE13-4146-BF1B-DF7205825928}" destId="{E1A5B3AE-92E6-4CCF-A334-613D4AB79190}" srcOrd="3" destOrd="0" presId="urn:microsoft.com/office/officeart/2018/2/layout/IconVerticalSolidList"/>
    <dgm:cxn modelId="{180364DF-1A3A-4803-94D8-1B23041026AF}" type="presParOf" srcId="{9E6C6486-CE13-4146-BF1B-DF7205825928}" destId="{20F5D908-DA12-4672-A2FB-1FAA20F11F9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080C7F2-96E6-4859-A739-47236A321D0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8683F5-DD23-43F0-97C6-71C95F73C8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Retrieves </a:t>
          </a:r>
          <a:r>
            <a:rPr lang="en-US" b="1"/>
            <a:t>top-k most relevant chunks</a:t>
          </a:r>
          <a:r>
            <a:rPr lang="en-US"/>
            <a:t> </a:t>
          </a:r>
        </a:p>
      </dgm:t>
    </dgm:pt>
    <dgm:pt modelId="{359F905A-776A-4B48-B61E-6B166C31DA99}" type="parTrans" cxnId="{737F77BF-320B-44DC-8C7A-A5349AE5BCBB}">
      <dgm:prSet/>
      <dgm:spPr/>
      <dgm:t>
        <a:bodyPr/>
        <a:lstStyle/>
        <a:p>
          <a:endParaRPr lang="en-US"/>
        </a:p>
      </dgm:t>
    </dgm:pt>
    <dgm:pt modelId="{F634B558-6334-4BBF-8C20-2B7757EA3C0D}" type="sibTrans" cxnId="{737F77BF-320B-44DC-8C7A-A5349AE5BCBB}">
      <dgm:prSet/>
      <dgm:spPr/>
      <dgm:t>
        <a:bodyPr/>
        <a:lstStyle/>
        <a:p>
          <a:endParaRPr lang="en-US"/>
        </a:p>
      </dgm:t>
    </dgm:pt>
    <dgm:pt modelId="{32832E88-16EC-4F6C-BA84-05FD496124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Based on </a:t>
          </a:r>
          <a:r>
            <a:rPr lang="en-US" b="1"/>
            <a:t>cosine similarity (via FAISS)</a:t>
          </a:r>
          <a:r>
            <a:rPr lang="en-US"/>
            <a:t> </a:t>
          </a:r>
        </a:p>
      </dgm:t>
    </dgm:pt>
    <dgm:pt modelId="{6893C93E-729E-4374-BA60-3CD67D718019}" type="parTrans" cxnId="{D393B8B2-9024-4BA3-BAD3-75D958F09E13}">
      <dgm:prSet/>
      <dgm:spPr/>
      <dgm:t>
        <a:bodyPr/>
        <a:lstStyle/>
        <a:p>
          <a:endParaRPr lang="en-US"/>
        </a:p>
      </dgm:t>
    </dgm:pt>
    <dgm:pt modelId="{BA12541D-C886-45A8-B4C4-55FEC7ED4CE1}" type="sibTrans" cxnId="{D393B8B2-9024-4BA3-BAD3-75D958F09E13}">
      <dgm:prSet/>
      <dgm:spPr/>
      <dgm:t>
        <a:bodyPr/>
        <a:lstStyle/>
        <a:p>
          <a:endParaRPr lang="en-US"/>
        </a:p>
      </dgm:t>
    </dgm:pt>
    <dgm:pt modelId="{C749D466-77F9-4140-A1E4-8F09ADE96D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Filters useful context from large document collections </a:t>
          </a:r>
        </a:p>
      </dgm:t>
    </dgm:pt>
    <dgm:pt modelId="{50397D3E-5B7D-4E61-A1E5-1123C051CE0E}" type="parTrans" cxnId="{02A6BC49-DBD0-4CF4-91C4-DDAAF430597E}">
      <dgm:prSet/>
      <dgm:spPr/>
      <dgm:t>
        <a:bodyPr/>
        <a:lstStyle/>
        <a:p>
          <a:endParaRPr lang="en-US"/>
        </a:p>
      </dgm:t>
    </dgm:pt>
    <dgm:pt modelId="{42839B99-03BC-4B9F-BADE-3205CE13D09C}" type="sibTrans" cxnId="{02A6BC49-DBD0-4CF4-91C4-DDAAF430597E}">
      <dgm:prSet/>
      <dgm:spPr/>
      <dgm:t>
        <a:bodyPr/>
        <a:lstStyle/>
        <a:p>
          <a:endParaRPr lang="en-US"/>
        </a:p>
      </dgm:t>
    </dgm:pt>
    <dgm:pt modelId="{4F186DCB-A15D-4C2A-985E-CDE9DF557F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Critical for grounding the LLM </a:t>
          </a:r>
        </a:p>
      </dgm:t>
    </dgm:pt>
    <dgm:pt modelId="{04784678-F8FE-4FFE-84DF-989FFC2577EF}" type="parTrans" cxnId="{31B971EA-48B0-4C50-948F-D6F72B90B7C9}">
      <dgm:prSet/>
      <dgm:spPr/>
      <dgm:t>
        <a:bodyPr/>
        <a:lstStyle/>
        <a:p>
          <a:endParaRPr lang="en-US"/>
        </a:p>
      </dgm:t>
    </dgm:pt>
    <dgm:pt modelId="{7B196EF7-8E21-41C5-9FE0-913E3A0208EF}" type="sibTrans" cxnId="{31B971EA-48B0-4C50-948F-D6F72B90B7C9}">
      <dgm:prSet/>
      <dgm:spPr/>
      <dgm:t>
        <a:bodyPr/>
        <a:lstStyle/>
        <a:p>
          <a:endParaRPr lang="en-US"/>
        </a:p>
      </dgm:t>
    </dgm:pt>
    <dgm:pt modelId="{44E0BA1B-6A7A-4A2A-BA6C-9CD819B523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Role in pipeline:</a:t>
          </a:r>
          <a:endParaRPr lang="en-US"/>
        </a:p>
      </dgm:t>
    </dgm:pt>
    <dgm:pt modelId="{71C8D23E-24BD-4487-960E-FA251C3FEFE3}" type="parTrans" cxnId="{CE4CE99A-5149-4334-912E-8F40988964F7}">
      <dgm:prSet/>
      <dgm:spPr/>
      <dgm:t>
        <a:bodyPr/>
        <a:lstStyle/>
        <a:p>
          <a:endParaRPr lang="en-US"/>
        </a:p>
      </dgm:t>
    </dgm:pt>
    <dgm:pt modelId="{E88314BC-9237-4B29-9126-EA0945EFB1F5}" type="sibTrans" cxnId="{CE4CE99A-5149-4334-912E-8F40988964F7}">
      <dgm:prSet/>
      <dgm:spPr/>
      <dgm:t>
        <a:bodyPr/>
        <a:lstStyle/>
        <a:p>
          <a:endParaRPr lang="en-US"/>
        </a:p>
      </dgm:t>
    </dgm:pt>
    <dgm:pt modelId="{2B5B20B3-3A25-45A5-B477-657253B55F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 the most relevant information for answering the query</a:t>
          </a:r>
        </a:p>
      </dgm:t>
    </dgm:pt>
    <dgm:pt modelId="{DF1DFFA2-E590-4F3F-8D16-149E1F64EE33}" type="parTrans" cxnId="{AB279FA1-7677-4278-924B-DEDE4D1BC716}">
      <dgm:prSet/>
      <dgm:spPr/>
      <dgm:t>
        <a:bodyPr/>
        <a:lstStyle/>
        <a:p>
          <a:endParaRPr lang="en-US"/>
        </a:p>
      </dgm:t>
    </dgm:pt>
    <dgm:pt modelId="{DDBCC688-8A56-4E6A-9587-4C4139350602}" type="sibTrans" cxnId="{AB279FA1-7677-4278-924B-DEDE4D1BC716}">
      <dgm:prSet/>
      <dgm:spPr/>
      <dgm:t>
        <a:bodyPr/>
        <a:lstStyle/>
        <a:p>
          <a:endParaRPr lang="en-US"/>
        </a:p>
      </dgm:t>
    </dgm:pt>
    <dgm:pt modelId="{10C21C87-B442-49BD-BB9E-DD762D1DB666}" type="pres">
      <dgm:prSet presAssocID="{6080C7F2-96E6-4859-A739-47236A321D0F}" presName="root" presStyleCnt="0">
        <dgm:presLayoutVars>
          <dgm:dir/>
          <dgm:resizeHandles val="exact"/>
        </dgm:presLayoutVars>
      </dgm:prSet>
      <dgm:spPr/>
    </dgm:pt>
    <dgm:pt modelId="{5DC82D1D-AE86-489A-9E9E-FFCDDB2E1FE7}" type="pres">
      <dgm:prSet presAssocID="{768683F5-DD23-43F0-97C6-71C95F73C850}" presName="compNode" presStyleCnt="0"/>
      <dgm:spPr/>
    </dgm:pt>
    <dgm:pt modelId="{B30AF006-868E-4039-92F8-3EC0058A0129}" type="pres">
      <dgm:prSet presAssocID="{768683F5-DD23-43F0-97C6-71C95F73C850}" presName="bgRect" presStyleLbl="bgShp" presStyleIdx="0" presStyleCnt="5"/>
      <dgm:spPr/>
    </dgm:pt>
    <dgm:pt modelId="{F5F9895A-E71E-4EF8-84C8-15307DF522AC}" type="pres">
      <dgm:prSet presAssocID="{768683F5-DD23-43F0-97C6-71C95F73C85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75E5B75-5571-448D-BFC3-ED461BE1B5EC}" type="pres">
      <dgm:prSet presAssocID="{768683F5-DD23-43F0-97C6-71C95F73C850}" presName="spaceRect" presStyleCnt="0"/>
      <dgm:spPr/>
    </dgm:pt>
    <dgm:pt modelId="{CAEA4C10-85A0-4BF4-A723-827D91EEFC8B}" type="pres">
      <dgm:prSet presAssocID="{768683F5-DD23-43F0-97C6-71C95F73C850}" presName="parTx" presStyleLbl="revTx" presStyleIdx="0" presStyleCnt="6">
        <dgm:presLayoutVars>
          <dgm:chMax val="0"/>
          <dgm:chPref val="0"/>
        </dgm:presLayoutVars>
      </dgm:prSet>
      <dgm:spPr/>
    </dgm:pt>
    <dgm:pt modelId="{8D81C7BC-C8F3-440C-9D84-BA0E074774C5}" type="pres">
      <dgm:prSet presAssocID="{F634B558-6334-4BBF-8C20-2B7757EA3C0D}" presName="sibTrans" presStyleCnt="0"/>
      <dgm:spPr/>
    </dgm:pt>
    <dgm:pt modelId="{412E47FC-B469-4C7B-934B-71B3F5BC1497}" type="pres">
      <dgm:prSet presAssocID="{32832E88-16EC-4F6C-BA84-05FD49612422}" presName="compNode" presStyleCnt="0"/>
      <dgm:spPr/>
    </dgm:pt>
    <dgm:pt modelId="{C950D9AF-44FD-4759-8DC9-844DA2AABFDB}" type="pres">
      <dgm:prSet presAssocID="{32832E88-16EC-4F6C-BA84-05FD49612422}" presName="bgRect" presStyleLbl="bgShp" presStyleIdx="1" presStyleCnt="5"/>
      <dgm:spPr/>
    </dgm:pt>
    <dgm:pt modelId="{FF68E5D9-E292-4C61-B0F4-A51C4742F655}" type="pres">
      <dgm:prSet presAssocID="{32832E88-16EC-4F6C-BA84-05FD4961242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E9D2F4BA-2F8C-438A-9F95-73CC53F9BF2F}" type="pres">
      <dgm:prSet presAssocID="{32832E88-16EC-4F6C-BA84-05FD49612422}" presName="spaceRect" presStyleCnt="0"/>
      <dgm:spPr/>
    </dgm:pt>
    <dgm:pt modelId="{E9C213CC-C685-45D0-9270-6C59EA8729EB}" type="pres">
      <dgm:prSet presAssocID="{32832E88-16EC-4F6C-BA84-05FD49612422}" presName="parTx" presStyleLbl="revTx" presStyleIdx="1" presStyleCnt="6">
        <dgm:presLayoutVars>
          <dgm:chMax val="0"/>
          <dgm:chPref val="0"/>
        </dgm:presLayoutVars>
      </dgm:prSet>
      <dgm:spPr/>
    </dgm:pt>
    <dgm:pt modelId="{9D1B61E6-A976-442F-ACC0-3D264205995B}" type="pres">
      <dgm:prSet presAssocID="{BA12541D-C886-45A8-B4C4-55FEC7ED4CE1}" presName="sibTrans" presStyleCnt="0"/>
      <dgm:spPr/>
    </dgm:pt>
    <dgm:pt modelId="{B4E0D9EE-9662-4A71-8678-E885B82DCCD1}" type="pres">
      <dgm:prSet presAssocID="{C749D466-77F9-4140-A1E4-8F09ADE96D72}" presName="compNode" presStyleCnt="0"/>
      <dgm:spPr/>
    </dgm:pt>
    <dgm:pt modelId="{34397A94-36E4-4CEE-BE18-4B691E34AB18}" type="pres">
      <dgm:prSet presAssocID="{C749D466-77F9-4140-A1E4-8F09ADE96D72}" presName="bgRect" presStyleLbl="bgShp" presStyleIdx="2" presStyleCnt="5"/>
      <dgm:spPr/>
    </dgm:pt>
    <dgm:pt modelId="{5E68EBCF-C7E1-41A4-9B07-2BADFD3BB03D}" type="pres">
      <dgm:prSet presAssocID="{C749D466-77F9-4140-A1E4-8F09ADE96D7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4103FD1-AEF7-4ABD-83ED-E369C7ECFAA4}" type="pres">
      <dgm:prSet presAssocID="{C749D466-77F9-4140-A1E4-8F09ADE96D72}" presName="spaceRect" presStyleCnt="0"/>
      <dgm:spPr/>
    </dgm:pt>
    <dgm:pt modelId="{DA24C722-7945-458C-96BD-925810CE001C}" type="pres">
      <dgm:prSet presAssocID="{C749D466-77F9-4140-A1E4-8F09ADE96D72}" presName="parTx" presStyleLbl="revTx" presStyleIdx="2" presStyleCnt="6">
        <dgm:presLayoutVars>
          <dgm:chMax val="0"/>
          <dgm:chPref val="0"/>
        </dgm:presLayoutVars>
      </dgm:prSet>
      <dgm:spPr/>
    </dgm:pt>
    <dgm:pt modelId="{8DE7A730-C56A-4BE7-9B69-5991583B35D6}" type="pres">
      <dgm:prSet presAssocID="{42839B99-03BC-4B9F-BADE-3205CE13D09C}" presName="sibTrans" presStyleCnt="0"/>
      <dgm:spPr/>
    </dgm:pt>
    <dgm:pt modelId="{D0AB28B5-7BA0-440A-BF01-206EBC5FD124}" type="pres">
      <dgm:prSet presAssocID="{4F186DCB-A15D-4C2A-985E-CDE9DF557FFC}" presName="compNode" presStyleCnt="0"/>
      <dgm:spPr/>
    </dgm:pt>
    <dgm:pt modelId="{7A8F9C03-90B9-4261-8C1E-635A0C705DCD}" type="pres">
      <dgm:prSet presAssocID="{4F186DCB-A15D-4C2A-985E-CDE9DF557FFC}" presName="bgRect" presStyleLbl="bgShp" presStyleIdx="3" presStyleCnt="5"/>
      <dgm:spPr/>
    </dgm:pt>
    <dgm:pt modelId="{DBB5ADBF-8B2D-4ACD-A19C-5D7AE640409F}" type="pres">
      <dgm:prSet presAssocID="{4F186DCB-A15D-4C2A-985E-CDE9DF557FF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37691B4-9E96-4F87-B9AA-3952FB6FE260}" type="pres">
      <dgm:prSet presAssocID="{4F186DCB-A15D-4C2A-985E-CDE9DF557FFC}" presName="spaceRect" presStyleCnt="0"/>
      <dgm:spPr/>
    </dgm:pt>
    <dgm:pt modelId="{A8112708-5E49-4A48-8733-F75541DB9BB9}" type="pres">
      <dgm:prSet presAssocID="{4F186DCB-A15D-4C2A-985E-CDE9DF557FFC}" presName="parTx" presStyleLbl="revTx" presStyleIdx="3" presStyleCnt="6">
        <dgm:presLayoutVars>
          <dgm:chMax val="0"/>
          <dgm:chPref val="0"/>
        </dgm:presLayoutVars>
      </dgm:prSet>
      <dgm:spPr/>
    </dgm:pt>
    <dgm:pt modelId="{AC12837A-F441-4B67-B04C-31D34A7EC882}" type="pres">
      <dgm:prSet presAssocID="{7B196EF7-8E21-41C5-9FE0-913E3A0208EF}" presName="sibTrans" presStyleCnt="0"/>
      <dgm:spPr/>
    </dgm:pt>
    <dgm:pt modelId="{A9DFF8AD-C3FD-4C2F-B06F-5939BA47ADC5}" type="pres">
      <dgm:prSet presAssocID="{44E0BA1B-6A7A-4A2A-BA6C-9CD819B523DC}" presName="compNode" presStyleCnt="0"/>
      <dgm:spPr/>
    </dgm:pt>
    <dgm:pt modelId="{941CCB4D-2AE5-4F32-8656-D97778F43E7E}" type="pres">
      <dgm:prSet presAssocID="{44E0BA1B-6A7A-4A2A-BA6C-9CD819B523DC}" presName="bgRect" presStyleLbl="bgShp" presStyleIdx="4" presStyleCnt="5"/>
      <dgm:spPr/>
    </dgm:pt>
    <dgm:pt modelId="{8F8D7696-BC34-49F5-92B0-87E3E2FB84FD}" type="pres">
      <dgm:prSet presAssocID="{44E0BA1B-6A7A-4A2A-BA6C-9CD819B523D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er"/>
        </a:ext>
      </dgm:extLst>
    </dgm:pt>
    <dgm:pt modelId="{8E5B28B5-3B16-4490-9BA1-4CB96751688A}" type="pres">
      <dgm:prSet presAssocID="{44E0BA1B-6A7A-4A2A-BA6C-9CD819B523DC}" presName="spaceRect" presStyleCnt="0"/>
      <dgm:spPr/>
    </dgm:pt>
    <dgm:pt modelId="{3CE2085C-8C71-4235-842C-A32D52A08BA2}" type="pres">
      <dgm:prSet presAssocID="{44E0BA1B-6A7A-4A2A-BA6C-9CD819B523DC}" presName="parTx" presStyleLbl="revTx" presStyleIdx="4" presStyleCnt="6">
        <dgm:presLayoutVars>
          <dgm:chMax val="0"/>
          <dgm:chPref val="0"/>
        </dgm:presLayoutVars>
      </dgm:prSet>
      <dgm:spPr/>
    </dgm:pt>
    <dgm:pt modelId="{8436043D-3B2B-48F8-87CA-EC6BAF342B56}" type="pres">
      <dgm:prSet presAssocID="{44E0BA1B-6A7A-4A2A-BA6C-9CD819B523DC}" presName="desTx" presStyleLbl="revTx" presStyleIdx="5" presStyleCnt="6">
        <dgm:presLayoutVars/>
      </dgm:prSet>
      <dgm:spPr/>
    </dgm:pt>
  </dgm:ptLst>
  <dgm:cxnLst>
    <dgm:cxn modelId="{561E3A40-EA7E-4C44-B1BD-D9A9B48CC226}" type="presOf" srcId="{32832E88-16EC-4F6C-BA84-05FD49612422}" destId="{E9C213CC-C685-45D0-9270-6C59EA8729EB}" srcOrd="0" destOrd="0" presId="urn:microsoft.com/office/officeart/2018/2/layout/IconVerticalSolidList"/>
    <dgm:cxn modelId="{02A6BC49-DBD0-4CF4-91C4-DDAAF430597E}" srcId="{6080C7F2-96E6-4859-A739-47236A321D0F}" destId="{C749D466-77F9-4140-A1E4-8F09ADE96D72}" srcOrd="2" destOrd="0" parTransId="{50397D3E-5B7D-4E61-A1E5-1123C051CE0E}" sibTransId="{42839B99-03BC-4B9F-BADE-3205CE13D09C}"/>
    <dgm:cxn modelId="{8657AC74-A204-4A6C-8CFF-8972D5C15910}" type="presOf" srcId="{6080C7F2-96E6-4859-A739-47236A321D0F}" destId="{10C21C87-B442-49BD-BB9E-DD762D1DB666}" srcOrd="0" destOrd="0" presId="urn:microsoft.com/office/officeart/2018/2/layout/IconVerticalSolidList"/>
    <dgm:cxn modelId="{1BCC8295-B2F2-4A9D-8DBE-E58BC2A21348}" type="presOf" srcId="{768683F5-DD23-43F0-97C6-71C95F73C850}" destId="{CAEA4C10-85A0-4BF4-A723-827D91EEFC8B}" srcOrd="0" destOrd="0" presId="urn:microsoft.com/office/officeart/2018/2/layout/IconVerticalSolidList"/>
    <dgm:cxn modelId="{3EDEC296-49ED-4C63-8E60-CD061E17BE95}" type="presOf" srcId="{C749D466-77F9-4140-A1E4-8F09ADE96D72}" destId="{DA24C722-7945-458C-96BD-925810CE001C}" srcOrd="0" destOrd="0" presId="urn:microsoft.com/office/officeart/2018/2/layout/IconVerticalSolidList"/>
    <dgm:cxn modelId="{CE4CE99A-5149-4334-912E-8F40988964F7}" srcId="{6080C7F2-96E6-4859-A739-47236A321D0F}" destId="{44E0BA1B-6A7A-4A2A-BA6C-9CD819B523DC}" srcOrd="4" destOrd="0" parTransId="{71C8D23E-24BD-4487-960E-FA251C3FEFE3}" sibTransId="{E88314BC-9237-4B29-9126-EA0945EFB1F5}"/>
    <dgm:cxn modelId="{A60EED9E-B2FB-42F3-89E5-3F62BC17720C}" type="presOf" srcId="{44E0BA1B-6A7A-4A2A-BA6C-9CD819B523DC}" destId="{3CE2085C-8C71-4235-842C-A32D52A08BA2}" srcOrd="0" destOrd="0" presId="urn:microsoft.com/office/officeart/2018/2/layout/IconVerticalSolidList"/>
    <dgm:cxn modelId="{AB279FA1-7677-4278-924B-DEDE4D1BC716}" srcId="{44E0BA1B-6A7A-4A2A-BA6C-9CD819B523DC}" destId="{2B5B20B3-3A25-45A5-B477-657253B55F62}" srcOrd="0" destOrd="0" parTransId="{DF1DFFA2-E590-4F3F-8D16-149E1F64EE33}" sibTransId="{DDBCC688-8A56-4E6A-9587-4C4139350602}"/>
    <dgm:cxn modelId="{D393B8B2-9024-4BA3-BAD3-75D958F09E13}" srcId="{6080C7F2-96E6-4859-A739-47236A321D0F}" destId="{32832E88-16EC-4F6C-BA84-05FD49612422}" srcOrd="1" destOrd="0" parTransId="{6893C93E-729E-4374-BA60-3CD67D718019}" sibTransId="{BA12541D-C886-45A8-B4C4-55FEC7ED4CE1}"/>
    <dgm:cxn modelId="{737F77BF-320B-44DC-8C7A-A5349AE5BCBB}" srcId="{6080C7F2-96E6-4859-A739-47236A321D0F}" destId="{768683F5-DD23-43F0-97C6-71C95F73C850}" srcOrd="0" destOrd="0" parTransId="{359F905A-776A-4B48-B61E-6B166C31DA99}" sibTransId="{F634B558-6334-4BBF-8C20-2B7757EA3C0D}"/>
    <dgm:cxn modelId="{8E20F3E1-8131-46CE-B190-37421AAF5CD4}" type="presOf" srcId="{4F186DCB-A15D-4C2A-985E-CDE9DF557FFC}" destId="{A8112708-5E49-4A48-8733-F75541DB9BB9}" srcOrd="0" destOrd="0" presId="urn:microsoft.com/office/officeart/2018/2/layout/IconVerticalSolidList"/>
    <dgm:cxn modelId="{31B971EA-48B0-4C50-948F-D6F72B90B7C9}" srcId="{6080C7F2-96E6-4859-A739-47236A321D0F}" destId="{4F186DCB-A15D-4C2A-985E-CDE9DF557FFC}" srcOrd="3" destOrd="0" parTransId="{04784678-F8FE-4FFE-84DF-989FFC2577EF}" sibTransId="{7B196EF7-8E21-41C5-9FE0-913E3A0208EF}"/>
    <dgm:cxn modelId="{C9AB52FD-403E-4B24-94EC-68B60D0B6875}" type="presOf" srcId="{2B5B20B3-3A25-45A5-B477-657253B55F62}" destId="{8436043D-3B2B-48F8-87CA-EC6BAF342B56}" srcOrd="0" destOrd="0" presId="urn:microsoft.com/office/officeart/2018/2/layout/IconVerticalSolidList"/>
    <dgm:cxn modelId="{8294AAF9-435D-4F84-ACBC-47443B4DE0B5}" type="presParOf" srcId="{10C21C87-B442-49BD-BB9E-DD762D1DB666}" destId="{5DC82D1D-AE86-489A-9E9E-FFCDDB2E1FE7}" srcOrd="0" destOrd="0" presId="urn:microsoft.com/office/officeart/2018/2/layout/IconVerticalSolidList"/>
    <dgm:cxn modelId="{42B63778-13C9-49F2-AD0E-1C7671273761}" type="presParOf" srcId="{5DC82D1D-AE86-489A-9E9E-FFCDDB2E1FE7}" destId="{B30AF006-868E-4039-92F8-3EC0058A0129}" srcOrd="0" destOrd="0" presId="urn:microsoft.com/office/officeart/2018/2/layout/IconVerticalSolidList"/>
    <dgm:cxn modelId="{8A7A5C13-C951-4025-8800-427C82EAFD9D}" type="presParOf" srcId="{5DC82D1D-AE86-489A-9E9E-FFCDDB2E1FE7}" destId="{F5F9895A-E71E-4EF8-84C8-15307DF522AC}" srcOrd="1" destOrd="0" presId="urn:microsoft.com/office/officeart/2018/2/layout/IconVerticalSolidList"/>
    <dgm:cxn modelId="{A16AB7D8-BCD4-4B7F-9882-576B510D8592}" type="presParOf" srcId="{5DC82D1D-AE86-489A-9E9E-FFCDDB2E1FE7}" destId="{575E5B75-5571-448D-BFC3-ED461BE1B5EC}" srcOrd="2" destOrd="0" presId="urn:microsoft.com/office/officeart/2018/2/layout/IconVerticalSolidList"/>
    <dgm:cxn modelId="{2D18AD1E-113F-4E3D-8F8B-A27A00926A49}" type="presParOf" srcId="{5DC82D1D-AE86-489A-9E9E-FFCDDB2E1FE7}" destId="{CAEA4C10-85A0-4BF4-A723-827D91EEFC8B}" srcOrd="3" destOrd="0" presId="urn:microsoft.com/office/officeart/2018/2/layout/IconVerticalSolidList"/>
    <dgm:cxn modelId="{B965BD94-2BDD-44F8-ADBC-49856DE13262}" type="presParOf" srcId="{10C21C87-B442-49BD-BB9E-DD762D1DB666}" destId="{8D81C7BC-C8F3-440C-9D84-BA0E074774C5}" srcOrd="1" destOrd="0" presId="urn:microsoft.com/office/officeart/2018/2/layout/IconVerticalSolidList"/>
    <dgm:cxn modelId="{8859E92F-7E9A-401F-BF91-205B06B9B9D3}" type="presParOf" srcId="{10C21C87-B442-49BD-BB9E-DD762D1DB666}" destId="{412E47FC-B469-4C7B-934B-71B3F5BC1497}" srcOrd="2" destOrd="0" presId="urn:microsoft.com/office/officeart/2018/2/layout/IconVerticalSolidList"/>
    <dgm:cxn modelId="{D35FC163-5B4C-4C7D-B727-8B19893E88EF}" type="presParOf" srcId="{412E47FC-B469-4C7B-934B-71B3F5BC1497}" destId="{C950D9AF-44FD-4759-8DC9-844DA2AABFDB}" srcOrd="0" destOrd="0" presId="urn:microsoft.com/office/officeart/2018/2/layout/IconVerticalSolidList"/>
    <dgm:cxn modelId="{11B4BF16-4237-437A-84F2-56A17679EA71}" type="presParOf" srcId="{412E47FC-B469-4C7B-934B-71B3F5BC1497}" destId="{FF68E5D9-E292-4C61-B0F4-A51C4742F655}" srcOrd="1" destOrd="0" presId="urn:microsoft.com/office/officeart/2018/2/layout/IconVerticalSolidList"/>
    <dgm:cxn modelId="{34BBDAD7-51CF-4AA3-8897-4CFAA39F3594}" type="presParOf" srcId="{412E47FC-B469-4C7B-934B-71B3F5BC1497}" destId="{E9D2F4BA-2F8C-438A-9F95-73CC53F9BF2F}" srcOrd="2" destOrd="0" presId="urn:microsoft.com/office/officeart/2018/2/layout/IconVerticalSolidList"/>
    <dgm:cxn modelId="{42D450E9-E409-4707-BF0F-3557493885C6}" type="presParOf" srcId="{412E47FC-B469-4C7B-934B-71B3F5BC1497}" destId="{E9C213CC-C685-45D0-9270-6C59EA8729EB}" srcOrd="3" destOrd="0" presId="urn:microsoft.com/office/officeart/2018/2/layout/IconVerticalSolidList"/>
    <dgm:cxn modelId="{7F4BE46D-6DD8-46D2-87AA-AA689320906D}" type="presParOf" srcId="{10C21C87-B442-49BD-BB9E-DD762D1DB666}" destId="{9D1B61E6-A976-442F-ACC0-3D264205995B}" srcOrd="3" destOrd="0" presId="urn:microsoft.com/office/officeart/2018/2/layout/IconVerticalSolidList"/>
    <dgm:cxn modelId="{8AE75BBC-A393-4B3C-8131-CCDC61EEED28}" type="presParOf" srcId="{10C21C87-B442-49BD-BB9E-DD762D1DB666}" destId="{B4E0D9EE-9662-4A71-8678-E885B82DCCD1}" srcOrd="4" destOrd="0" presId="urn:microsoft.com/office/officeart/2018/2/layout/IconVerticalSolidList"/>
    <dgm:cxn modelId="{B6305FEC-226B-4B9E-A09C-1D4AB4FC36F5}" type="presParOf" srcId="{B4E0D9EE-9662-4A71-8678-E885B82DCCD1}" destId="{34397A94-36E4-4CEE-BE18-4B691E34AB18}" srcOrd="0" destOrd="0" presId="urn:microsoft.com/office/officeart/2018/2/layout/IconVerticalSolidList"/>
    <dgm:cxn modelId="{C5A29FE9-21DF-44BF-A386-9F73F7732E78}" type="presParOf" srcId="{B4E0D9EE-9662-4A71-8678-E885B82DCCD1}" destId="{5E68EBCF-C7E1-41A4-9B07-2BADFD3BB03D}" srcOrd="1" destOrd="0" presId="urn:microsoft.com/office/officeart/2018/2/layout/IconVerticalSolidList"/>
    <dgm:cxn modelId="{8FA4B538-4575-48DA-9719-CFAAF3DF4700}" type="presParOf" srcId="{B4E0D9EE-9662-4A71-8678-E885B82DCCD1}" destId="{64103FD1-AEF7-4ABD-83ED-E369C7ECFAA4}" srcOrd="2" destOrd="0" presId="urn:microsoft.com/office/officeart/2018/2/layout/IconVerticalSolidList"/>
    <dgm:cxn modelId="{46227975-6B50-4CFA-A6CE-C4E17E998EFD}" type="presParOf" srcId="{B4E0D9EE-9662-4A71-8678-E885B82DCCD1}" destId="{DA24C722-7945-458C-96BD-925810CE001C}" srcOrd="3" destOrd="0" presId="urn:microsoft.com/office/officeart/2018/2/layout/IconVerticalSolidList"/>
    <dgm:cxn modelId="{37627132-A69C-49E1-A182-8362AE3F0D4B}" type="presParOf" srcId="{10C21C87-B442-49BD-BB9E-DD762D1DB666}" destId="{8DE7A730-C56A-4BE7-9B69-5991583B35D6}" srcOrd="5" destOrd="0" presId="urn:microsoft.com/office/officeart/2018/2/layout/IconVerticalSolidList"/>
    <dgm:cxn modelId="{85AE2C58-145E-41D3-85AF-173895E28062}" type="presParOf" srcId="{10C21C87-B442-49BD-BB9E-DD762D1DB666}" destId="{D0AB28B5-7BA0-440A-BF01-206EBC5FD124}" srcOrd="6" destOrd="0" presId="urn:microsoft.com/office/officeart/2018/2/layout/IconVerticalSolidList"/>
    <dgm:cxn modelId="{A1BB49B2-058F-44C2-9AEE-7C6FC38A6605}" type="presParOf" srcId="{D0AB28B5-7BA0-440A-BF01-206EBC5FD124}" destId="{7A8F9C03-90B9-4261-8C1E-635A0C705DCD}" srcOrd="0" destOrd="0" presId="urn:microsoft.com/office/officeart/2018/2/layout/IconVerticalSolidList"/>
    <dgm:cxn modelId="{FC635B57-4995-461F-8FEF-C4A872DF3F26}" type="presParOf" srcId="{D0AB28B5-7BA0-440A-BF01-206EBC5FD124}" destId="{DBB5ADBF-8B2D-4ACD-A19C-5D7AE640409F}" srcOrd="1" destOrd="0" presId="urn:microsoft.com/office/officeart/2018/2/layout/IconVerticalSolidList"/>
    <dgm:cxn modelId="{F57E90BA-386D-44BE-9C39-A165A127E1D0}" type="presParOf" srcId="{D0AB28B5-7BA0-440A-BF01-206EBC5FD124}" destId="{B37691B4-9E96-4F87-B9AA-3952FB6FE260}" srcOrd="2" destOrd="0" presId="urn:microsoft.com/office/officeart/2018/2/layout/IconVerticalSolidList"/>
    <dgm:cxn modelId="{E2D6C5CF-E780-4C4A-888B-A347EBB37253}" type="presParOf" srcId="{D0AB28B5-7BA0-440A-BF01-206EBC5FD124}" destId="{A8112708-5E49-4A48-8733-F75541DB9BB9}" srcOrd="3" destOrd="0" presId="urn:microsoft.com/office/officeart/2018/2/layout/IconVerticalSolidList"/>
    <dgm:cxn modelId="{1E44C2E1-D2D3-4377-A92A-ABB473EB3A0C}" type="presParOf" srcId="{10C21C87-B442-49BD-BB9E-DD762D1DB666}" destId="{AC12837A-F441-4B67-B04C-31D34A7EC882}" srcOrd="7" destOrd="0" presId="urn:microsoft.com/office/officeart/2018/2/layout/IconVerticalSolidList"/>
    <dgm:cxn modelId="{371332C3-104D-4E4F-940B-76A5CA29AA96}" type="presParOf" srcId="{10C21C87-B442-49BD-BB9E-DD762D1DB666}" destId="{A9DFF8AD-C3FD-4C2F-B06F-5939BA47ADC5}" srcOrd="8" destOrd="0" presId="urn:microsoft.com/office/officeart/2018/2/layout/IconVerticalSolidList"/>
    <dgm:cxn modelId="{CD62ECE2-78E6-487B-BD3B-682624A9AEDC}" type="presParOf" srcId="{A9DFF8AD-C3FD-4C2F-B06F-5939BA47ADC5}" destId="{941CCB4D-2AE5-4F32-8656-D97778F43E7E}" srcOrd="0" destOrd="0" presId="urn:microsoft.com/office/officeart/2018/2/layout/IconVerticalSolidList"/>
    <dgm:cxn modelId="{103F60B0-4074-4B76-88D7-B76B7551517C}" type="presParOf" srcId="{A9DFF8AD-C3FD-4C2F-B06F-5939BA47ADC5}" destId="{8F8D7696-BC34-49F5-92B0-87E3E2FB84FD}" srcOrd="1" destOrd="0" presId="urn:microsoft.com/office/officeart/2018/2/layout/IconVerticalSolidList"/>
    <dgm:cxn modelId="{78B6EF35-919C-4507-9322-BFE408D6A89D}" type="presParOf" srcId="{A9DFF8AD-C3FD-4C2F-B06F-5939BA47ADC5}" destId="{8E5B28B5-3B16-4490-9BA1-4CB96751688A}" srcOrd="2" destOrd="0" presId="urn:microsoft.com/office/officeart/2018/2/layout/IconVerticalSolidList"/>
    <dgm:cxn modelId="{5CEA3F94-2EA2-463A-9040-08B47D8259F6}" type="presParOf" srcId="{A9DFF8AD-C3FD-4C2F-B06F-5939BA47ADC5}" destId="{3CE2085C-8C71-4235-842C-A32D52A08BA2}" srcOrd="3" destOrd="0" presId="urn:microsoft.com/office/officeart/2018/2/layout/IconVerticalSolidList"/>
    <dgm:cxn modelId="{E020A14A-B1F1-4E8E-A789-4FFEEA443922}" type="presParOf" srcId="{A9DFF8AD-C3FD-4C2F-B06F-5939BA47ADC5}" destId="{8436043D-3B2B-48F8-87CA-EC6BAF342B5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80C7F2-96E6-4859-A739-47236A321D0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8683F5-DD23-43F0-97C6-71C95F73C85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Runs </a:t>
          </a:r>
          <a:r>
            <a:rPr lang="fr-FR" dirty="0" err="1"/>
            <a:t>LLMs</a:t>
          </a:r>
          <a:r>
            <a:rPr lang="fr-FR" dirty="0"/>
            <a:t> </a:t>
          </a:r>
          <a:r>
            <a:rPr lang="fr-FR" dirty="0" err="1"/>
            <a:t>locally</a:t>
          </a:r>
          <a:r>
            <a:rPr lang="fr-FR" dirty="0"/>
            <a:t> </a:t>
          </a:r>
          <a:r>
            <a:rPr lang="fr-FR" dirty="0" err="1"/>
            <a:t>using</a:t>
          </a:r>
          <a:r>
            <a:rPr lang="fr-FR" dirty="0"/>
            <a:t> </a:t>
          </a:r>
          <a:r>
            <a:rPr lang="fr-FR" b="1" dirty="0"/>
            <a:t>GGUF </a:t>
          </a:r>
          <a:r>
            <a:rPr lang="fr-FR" b="1" dirty="0" err="1"/>
            <a:t>models</a:t>
          </a:r>
          <a:r>
            <a:rPr lang="fr-FR" dirty="0"/>
            <a:t> </a:t>
          </a:r>
          <a:endParaRPr lang="en-US" dirty="0"/>
        </a:p>
      </dgm:t>
    </dgm:pt>
    <dgm:pt modelId="{359F905A-776A-4B48-B61E-6B166C31DA99}" type="parTrans" cxnId="{737F77BF-320B-44DC-8C7A-A5349AE5BCBB}">
      <dgm:prSet/>
      <dgm:spPr/>
      <dgm:t>
        <a:bodyPr/>
        <a:lstStyle/>
        <a:p>
          <a:endParaRPr lang="en-US"/>
        </a:p>
      </dgm:t>
    </dgm:pt>
    <dgm:pt modelId="{F634B558-6334-4BBF-8C20-2B7757EA3C0D}" type="sibTrans" cxnId="{737F77BF-320B-44DC-8C7A-A5349AE5BCBB}">
      <dgm:prSet/>
      <dgm:spPr/>
      <dgm:t>
        <a:bodyPr/>
        <a:lstStyle/>
        <a:p>
          <a:endParaRPr lang="en-US"/>
        </a:p>
      </dgm:t>
    </dgm:pt>
    <dgm:pt modelId="{32832E88-16EC-4F6C-BA84-05FD4961242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Supports </a:t>
          </a:r>
          <a:r>
            <a:rPr lang="fr-FR" dirty="0" err="1"/>
            <a:t>models</a:t>
          </a:r>
          <a:r>
            <a:rPr lang="fr-FR" dirty="0"/>
            <a:t> like: Mistral , </a:t>
          </a:r>
          <a:r>
            <a:rPr lang="fr-FR" dirty="0" err="1"/>
            <a:t>TinyLlama</a:t>
          </a:r>
          <a:r>
            <a:rPr lang="fr-FR" dirty="0"/>
            <a:t> and Gemma </a:t>
          </a:r>
          <a:r>
            <a:rPr lang="en-US" dirty="0"/>
            <a:t> </a:t>
          </a:r>
        </a:p>
      </dgm:t>
    </dgm:pt>
    <dgm:pt modelId="{6893C93E-729E-4374-BA60-3CD67D718019}" type="parTrans" cxnId="{D393B8B2-9024-4BA3-BAD3-75D958F09E13}">
      <dgm:prSet/>
      <dgm:spPr/>
      <dgm:t>
        <a:bodyPr/>
        <a:lstStyle/>
        <a:p>
          <a:endParaRPr lang="en-US"/>
        </a:p>
      </dgm:t>
    </dgm:pt>
    <dgm:pt modelId="{BA12541D-C886-45A8-B4C4-55FEC7ED4CE1}" type="sibTrans" cxnId="{D393B8B2-9024-4BA3-BAD3-75D958F09E13}">
      <dgm:prSet/>
      <dgm:spPr/>
      <dgm:t>
        <a:bodyPr/>
        <a:lstStyle/>
        <a:p>
          <a:endParaRPr lang="en-US"/>
        </a:p>
      </dgm:t>
    </dgm:pt>
    <dgm:pt modelId="{C749D466-77F9-4140-A1E4-8F09ADE96D7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No API </a:t>
          </a:r>
          <a:r>
            <a:rPr lang="fr-FR" dirty="0" err="1"/>
            <a:t>required</a:t>
          </a:r>
          <a:r>
            <a:rPr lang="fr-FR" dirty="0"/>
            <a:t> → </a:t>
          </a:r>
          <a:r>
            <a:rPr lang="fr-FR" b="1" dirty="0" err="1"/>
            <a:t>fully</a:t>
          </a:r>
          <a:r>
            <a:rPr lang="fr-FR" b="1" dirty="0"/>
            <a:t> offline</a:t>
          </a:r>
          <a:r>
            <a:rPr lang="fr-FR" dirty="0"/>
            <a:t> </a:t>
          </a:r>
          <a:endParaRPr lang="en-US" dirty="0"/>
        </a:p>
      </dgm:t>
    </dgm:pt>
    <dgm:pt modelId="{50397D3E-5B7D-4E61-A1E5-1123C051CE0E}" type="parTrans" cxnId="{02A6BC49-DBD0-4CF4-91C4-DDAAF430597E}">
      <dgm:prSet/>
      <dgm:spPr/>
      <dgm:t>
        <a:bodyPr/>
        <a:lstStyle/>
        <a:p>
          <a:endParaRPr lang="en-US"/>
        </a:p>
      </dgm:t>
    </dgm:pt>
    <dgm:pt modelId="{42839B99-03BC-4B9F-BADE-3205CE13D09C}" type="sibTrans" cxnId="{02A6BC49-DBD0-4CF4-91C4-DDAAF430597E}">
      <dgm:prSet/>
      <dgm:spPr/>
      <dgm:t>
        <a:bodyPr/>
        <a:lstStyle/>
        <a:p>
          <a:endParaRPr lang="en-US"/>
        </a:p>
      </dgm:t>
    </dgm:pt>
    <dgm:pt modelId="{4F186DCB-A15D-4C2A-985E-CDE9DF557FF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Efficient </a:t>
          </a:r>
          <a:r>
            <a:rPr lang="fr-FR" dirty="0" err="1"/>
            <a:t>inference</a:t>
          </a:r>
          <a:r>
            <a:rPr lang="fr-FR" dirty="0"/>
            <a:t> on CPU/GPU </a:t>
          </a:r>
          <a:endParaRPr lang="en-US" dirty="0"/>
        </a:p>
      </dgm:t>
    </dgm:pt>
    <dgm:pt modelId="{04784678-F8FE-4FFE-84DF-989FFC2577EF}" type="parTrans" cxnId="{31B971EA-48B0-4C50-948F-D6F72B90B7C9}">
      <dgm:prSet/>
      <dgm:spPr/>
      <dgm:t>
        <a:bodyPr/>
        <a:lstStyle/>
        <a:p>
          <a:endParaRPr lang="en-US"/>
        </a:p>
      </dgm:t>
    </dgm:pt>
    <dgm:pt modelId="{7B196EF7-8E21-41C5-9FE0-913E3A0208EF}" type="sibTrans" cxnId="{31B971EA-48B0-4C50-948F-D6F72B90B7C9}">
      <dgm:prSet/>
      <dgm:spPr/>
      <dgm:t>
        <a:bodyPr/>
        <a:lstStyle/>
        <a:p>
          <a:endParaRPr lang="en-US"/>
        </a:p>
      </dgm:t>
    </dgm:pt>
    <dgm:pt modelId="{44E0BA1B-6A7A-4A2A-BA6C-9CD819B523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Role in pipeline:</a:t>
          </a:r>
          <a:endParaRPr lang="en-US" dirty="0"/>
        </a:p>
      </dgm:t>
    </dgm:pt>
    <dgm:pt modelId="{71C8D23E-24BD-4487-960E-FA251C3FEFE3}" type="parTrans" cxnId="{CE4CE99A-5149-4334-912E-8F40988964F7}">
      <dgm:prSet/>
      <dgm:spPr/>
      <dgm:t>
        <a:bodyPr/>
        <a:lstStyle/>
        <a:p>
          <a:endParaRPr lang="en-US"/>
        </a:p>
      </dgm:t>
    </dgm:pt>
    <dgm:pt modelId="{E88314BC-9237-4B29-9126-EA0945EFB1F5}" type="sibTrans" cxnId="{CE4CE99A-5149-4334-912E-8F40988964F7}">
      <dgm:prSet/>
      <dgm:spPr/>
      <dgm:t>
        <a:bodyPr/>
        <a:lstStyle/>
        <a:p>
          <a:endParaRPr lang="en-US"/>
        </a:p>
      </dgm:t>
    </dgm:pt>
    <dgm:pt modelId="{2B5B20B3-3A25-45A5-B477-657253B55F6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 err="1"/>
            <a:t>Generate</a:t>
          </a:r>
          <a:r>
            <a:rPr lang="fr-FR" dirty="0"/>
            <a:t> </a:t>
          </a:r>
          <a:r>
            <a:rPr lang="fr-FR" dirty="0" err="1"/>
            <a:t>answers</a:t>
          </a:r>
          <a:r>
            <a:rPr lang="fr-FR" dirty="0"/>
            <a:t> </a:t>
          </a:r>
          <a:r>
            <a:rPr lang="fr-FR" dirty="0" err="1"/>
            <a:t>using</a:t>
          </a:r>
          <a:r>
            <a:rPr lang="fr-FR" dirty="0"/>
            <a:t> </a:t>
          </a:r>
          <a:r>
            <a:rPr lang="fr-FR" dirty="0" err="1"/>
            <a:t>retrieved</a:t>
          </a:r>
          <a:r>
            <a:rPr lang="fr-FR" dirty="0"/>
            <a:t> </a:t>
          </a:r>
          <a:r>
            <a:rPr lang="fr-FR" dirty="0" err="1"/>
            <a:t>context</a:t>
          </a:r>
          <a:endParaRPr lang="en-US" dirty="0"/>
        </a:p>
      </dgm:t>
    </dgm:pt>
    <dgm:pt modelId="{DF1DFFA2-E590-4F3F-8D16-149E1F64EE33}" type="parTrans" cxnId="{AB279FA1-7677-4278-924B-DEDE4D1BC716}">
      <dgm:prSet/>
      <dgm:spPr/>
      <dgm:t>
        <a:bodyPr/>
        <a:lstStyle/>
        <a:p>
          <a:endParaRPr lang="en-US"/>
        </a:p>
      </dgm:t>
    </dgm:pt>
    <dgm:pt modelId="{DDBCC688-8A56-4E6A-9587-4C4139350602}" type="sibTrans" cxnId="{AB279FA1-7677-4278-924B-DEDE4D1BC716}">
      <dgm:prSet/>
      <dgm:spPr/>
      <dgm:t>
        <a:bodyPr/>
        <a:lstStyle/>
        <a:p>
          <a:endParaRPr lang="en-US"/>
        </a:p>
      </dgm:t>
    </dgm:pt>
    <dgm:pt modelId="{10C21C87-B442-49BD-BB9E-DD762D1DB666}" type="pres">
      <dgm:prSet presAssocID="{6080C7F2-96E6-4859-A739-47236A321D0F}" presName="root" presStyleCnt="0">
        <dgm:presLayoutVars>
          <dgm:dir/>
          <dgm:resizeHandles val="exact"/>
        </dgm:presLayoutVars>
      </dgm:prSet>
      <dgm:spPr/>
    </dgm:pt>
    <dgm:pt modelId="{5DC82D1D-AE86-489A-9E9E-FFCDDB2E1FE7}" type="pres">
      <dgm:prSet presAssocID="{768683F5-DD23-43F0-97C6-71C95F73C850}" presName="compNode" presStyleCnt="0"/>
      <dgm:spPr/>
    </dgm:pt>
    <dgm:pt modelId="{B30AF006-868E-4039-92F8-3EC0058A0129}" type="pres">
      <dgm:prSet presAssocID="{768683F5-DD23-43F0-97C6-71C95F73C850}" presName="bgRect" presStyleLbl="bgShp" presStyleIdx="0" presStyleCnt="5"/>
      <dgm:spPr/>
    </dgm:pt>
    <dgm:pt modelId="{F5F9895A-E71E-4EF8-84C8-15307DF522AC}" type="pres">
      <dgm:prSet presAssocID="{768683F5-DD23-43F0-97C6-71C95F73C85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75E5B75-5571-448D-BFC3-ED461BE1B5EC}" type="pres">
      <dgm:prSet presAssocID="{768683F5-DD23-43F0-97C6-71C95F73C850}" presName="spaceRect" presStyleCnt="0"/>
      <dgm:spPr/>
    </dgm:pt>
    <dgm:pt modelId="{CAEA4C10-85A0-4BF4-A723-827D91EEFC8B}" type="pres">
      <dgm:prSet presAssocID="{768683F5-DD23-43F0-97C6-71C95F73C850}" presName="parTx" presStyleLbl="revTx" presStyleIdx="0" presStyleCnt="6">
        <dgm:presLayoutVars>
          <dgm:chMax val="0"/>
          <dgm:chPref val="0"/>
        </dgm:presLayoutVars>
      </dgm:prSet>
      <dgm:spPr/>
    </dgm:pt>
    <dgm:pt modelId="{8D81C7BC-C8F3-440C-9D84-BA0E074774C5}" type="pres">
      <dgm:prSet presAssocID="{F634B558-6334-4BBF-8C20-2B7757EA3C0D}" presName="sibTrans" presStyleCnt="0"/>
      <dgm:spPr/>
    </dgm:pt>
    <dgm:pt modelId="{412E47FC-B469-4C7B-934B-71B3F5BC1497}" type="pres">
      <dgm:prSet presAssocID="{32832E88-16EC-4F6C-BA84-05FD49612422}" presName="compNode" presStyleCnt="0"/>
      <dgm:spPr/>
    </dgm:pt>
    <dgm:pt modelId="{C950D9AF-44FD-4759-8DC9-844DA2AABFDB}" type="pres">
      <dgm:prSet presAssocID="{32832E88-16EC-4F6C-BA84-05FD49612422}" presName="bgRect" presStyleLbl="bgShp" presStyleIdx="1" presStyleCnt="5"/>
      <dgm:spPr/>
    </dgm:pt>
    <dgm:pt modelId="{FF68E5D9-E292-4C61-B0F4-A51C4742F655}" type="pres">
      <dgm:prSet presAssocID="{32832E88-16EC-4F6C-BA84-05FD4961242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E9D2F4BA-2F8C-438A-9F95-73CC53F9BF2F}" type="pres">
      <dgm:prSet presAssocID="{32832E88-16EC-4F6C-BA84-05FD49612422}" presName="spaceRect" presStyleCnt="0"/>
      <dgm:spPr/>
    </dgm:pt>
    <dgm:pt modelId="{E9C213CC-C685-45D0-9270-6C59EA8729EB}" type="pres">
      <dgm:prSet presAssocID="{32832E88-16EC-4F6C-BA84-05FD49612422}" presName="parTx" presStyleLbl="revTx" presStyleIdx="1" presStyleCnt="6">
        <dgm:presLayoutVars>
          <dgm:chMax val="0"/>
          <dgm:chPref val="0"/>
        </dgm:presLayoutVars>
      </dgm:prSet>
      <dgm:spPr/>
    </dgm:pt>
    <dgm:pt modelId="{9D1B61E6-A976-442F-ACC0-3D264205995B}" type="pres">
      <dgm:prSet presAssocID="{BA12541D-C886-45A8-B4C4-55FEC7ED4CE1}" presName="sibTrans" presStyleCnt="0"/>
      <dgm:spPr/>
    </dgm:pt>
    <dgm:pt modelId="{B4E0D9EE-9662-4A71-8678-E885B82DCCD1}" type="pres">
      <dgm:prSet presAssocID="{C749D466-77F9-4140-A1E4-8F09ADE96D72}" presName="compNode" presStyleCnt="0"/>
      <dgm:spPr/>
    </dgm:pt>
    <dgm:pt modelId="{34397A94-36E4-4CEE-BE18-4B691E34AB18}" type="pres">
      <dgm:prSet presAssocID="{C749D466-77F9-4140-A1E4-8F09ADE96D72}" presName="bgRect" presStyleLbl="bgShp" presStyleIdx="2" presStyleCnt="5"/>
      <dgm:spPr/>
    </dgm:pt>
    <dgm:pt modelId="{5E68EBCF-C7E1-41A4-9B07-2BADFD3BB03D}" type="pres">
      <dgm:prSet presAssocID="{C749D466-77F9-4140-A1E4-8F09ADE96D7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4103FD1-AEF7-4ABD-83ED-E369C7ECFAA4}" type="pres">
      <dgm:prSet presAssocID="{C749D466-77F9-4140-A1E4-8F09ADE96D72}" presName="spaceRect" presStyleCnt="0"/>
      <dgm:spPr/>
    </dgm:pt>
    <dgm:pt modelId="{DA24C722-7945-458C-96BD-925810CE001C}" type="pres">
      <dgm:prSet presAssocID="{C749D466-77F9-4140-A1E4-8F09ADE96D72}" presName="parTx" presStyleLbl="revTx" presStyleIdx="2" presStyleCnt="6">
        <dgm:presLayoutVars>
          <dgm:chMax val="0"/>
          <dgm:chPref val="0"/>
        </dgm:presLayoutVars>
      </dgm:prSet>
      <dgm:spPr/>
    </dgm:pt>
    <dgm:pt modelId="{8DE7A730-C56A-4BE7-9B69-5991583B35D6}" type="pres">
      <dgm:prSet presAssocID="{42839B99-03BC-4B9F-BADE-3205CE13D09C}" presName="sibTrans" presStyleCnt="0"/>
      <dgm:spPr/>
    </dgm:pt>
    <dgm:pt modelId="{D0AB28B5-7BA0-440A-BF01-206EBC5FD124}" type="pres">
      <dgm:prSet presAssocID="{4F186DCB-A15D-4C2A-985E-CDE9DF557FFC}" presName="compNode" presStyleCnt="0"/>
      <dgm:spPr/>
    </dgm:pt>
    <dgm:pt modelId="{7A8F9C03-90B9-4261-8C1E-635A0C705DCD}" type="pres">
      <dgm:prSet presAssocID="{4F186DCB-A15D-4C2A-985E-CDE9DF557FFC}" presName="bgRect" presStyleLbl="bgShp" presStyleIdx="3" presStyleCnt="5"/>
      <dgm:spPr/>
    </dgm:pt>
    <dgm:pt modelId="{DBB5ADBF-8B2D-4ACD-A19C-5D7AE640409F}" type="pres">
      <dgm:prSet presAssocID="{4F186DCB-A15D-4C2A-985E-CDE9DF557FF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37691B4-9E96-4F87-B9AA-3952FB6FE260}" type="pres">
      <dgm:prSet presAssocID="{4F186DCB-A15D-4C2A-985E-CDE9DF557FFC}" presName="spaceRect" presStyleCnt="0"/>
      <dgm:spPr/>
    </dgm:pt>
    <dgm:pt modelId="{A8112708-5E49-4A48-8733-F75541DB9BB9}" type="pres">
      <dgm:prSet presAssocID="{4F186DCB-A15D-4C2A-985E-CDE9DF557FFC}" presName="parTx" presStyleLbl="revTx" presStyleIdx="3" presStyleCnt="6">
        <dgm:presLayoutVars>
          <dgm:chMax val="0"/>
          <dgm:chPref val="0"/>
        </dgm:presLayoutVars>
      </dgm:prSet>
      <dgm:spPr/>
    </dgm:pt>
    <dgm:pt modelId="{AC12837A-F441-4B67-B04C-31D34A7EC882}" type="pres">
      <dgm:prSet presAssocID="{7B196EF7-8E21-41C5-9FE0-913E3A0208EF}" presName="sibTrans" presStyleCnt="0"/>
      <dgm:spPr/>
    </dgm:pt>
    <dgm:pt modelId="{A9DFF8AD-C3FD-4C2F-B06F-5939BA47ADC5}" type="pres">
      <dgm:prSet presAssocID="{44E0BA1B-6A7A-4A2A-BA6C-9CD819B523DC}" presName="compNode" presStyleCnt="0"/>
      <dgm:spPr/>
    </dgm:pt>
    <dgm:pt modelId="{941CCB4D-2AE5-4F32-8656-D97778F43E7E}" type="pres">
      <dgm:prSet presAssocID="{44E0BA1B-6A7A-4A2A-BA6C-9CD819B523DC}" presName="bgRect" presStyleLbl="bgShp" presStyleIdx="4" presStyleCnt="5"/>
      <dgm:spPr/>
    </dgm:pt>
    <dgm:pt modelId="{8F8D7696-BC34-49F5-92B0-87E3E2FB84FD}" type="pres">
      <dgm:prSet presAssocID="{44E0BA1B-6A7A-4A2A-BA6C-9CD819B523D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er"/>
        </a:ext>
      </dgm:extLst>
    </dgm:pt>
    <dgm:pt modelId="{8E5B28B5-3B16-4490-9BA1-4CB96751688A}" type="pres">
      <dgm:prSet presAssocID="{44E0BA1B-6A7A-4A2A-BA6C-9CD819B523DC}" presName="spaceRect" presStyleCnt="0"/>
      <dgm:spPr/>
    </dgm:pt>
    <dgm:pt modelId="{3CE2085C-8C71-4235-842C-A32D52A08BA2}" type="pres">
      <dgm:prSet presAssocID="{44E0BA1B-6A7A-4A2A-BA6C-9CD819B523DC}" presName="parTx" presStyleLbl="revTx" presStyleIdx="4" presStyleCnt="6">
        <dgm:presLayoutVars>
          <dgm:chMax val="0"/>
          <dgm:chPref val="0"/>
        </dgm:presLayoutVars>
      </dgm:prSet>
      <dgm:spPr/>
    </dgm:pt>
    <dgm:pt modelId="{8436043D-3B2B-48F8-87CA-EC6BAF342B56}" type="pres">
      <dgm:prSet presAssocID="{44E0BA1B-6A7A-4A2A-BA6C-9CD819B523DC}" presName="desTx" presStyleLbl="revTx" presStyleIdx="5" presStyleCnt="6">
        <dgm:presLayoutVars/>
      </dgm:prSet>
      <dgm:spPr/>
    </dgm:pt>
  </dgm:ptLst>
  <dgm:cxnLst>
    <dgm:cxn modelId="{561E3A40-EA7E-4C44-B1BD-D9A9B48CC226}" type="presOf" srcId="{32832E88-16EC-4F6C-BA84-05FD49612422}" destId="{E9C213CC-C685-45D0-9270-6C59EA8729EB}" srcOrd="0" destOrd="0" presId="urn:microsoft.com/office/officeart/2018/2/layout/IconVerticalSolidList"/>
    <dgm:cxn modelId="{02A6BC49-DBD0-4CF4-91C4-DDAAF430597E}" srcId="{6080C7F2-96E6-4859-A739-47236A321D0F}" destId="{C749D466-77F9-4140-A1E4-8F09ADE96D72}" srcOrd="2" destOrd="0" parTransId="{50397D3E-5B7D-4E61-A1E5-1123C051CE0E}" sibTransId="{42839B99-03BC-4B9F-BADE-3205CE13D09C}"/>
    <dgm:cxn modelId="{8657AC74-A204-4A6C-8CFF-8972D5C15910}" type="presOf" srcId="{6080C7F2-96E6-4859-A739-47236A321D0F}" destId="{10C21C87-B442-49BD-BB9E-DD762D1DB666}" srcOrd="0" destOrd="0" presId="urn:microsoft.com/office/officeart/2018/2/layout/IconVerticalSolidList"/>
    <dgm:cxn modelId="{1BCC8295-B2F2-4A9D-8DBE-E58BC2A21348}" type="presOf" srcId="{768683F5-DD23-43F0-97C6-71C95F73C850}" destId="{CAEA4C10-85A0-4BF4-A723-827D91EEFC8B}" srcOrd="0" destOrd="0" presId="urn:microsoft.com/office/officeart/2018/2/layout/IconVerticalSolidList"/>
    <dgm:cxn modelId="{3EDEC296-49ED-4C63-8E60-CD061E17BE95}" type="presOf" srcId="{C749D466-77F9-4140-A1E4-8F09ADE96D72}" destId="{DA24C722-7945-458C-96BD-925810CE001C}" srcOrd="0" destOrd="0" presId="urn:microsoft.com/office/officeart/2018/2/layout/IconVerticalSolidList"/>
    <dgm:cxn modelId="{CE4CE99A-5149-4334-912E-8F40988964F7}" srcId="{6080C7F2-96E6-4859-A739-47236A321D0F}" destId="{44E0BA1B-6A7A-4A2A-BA6C-9CD819B523DC}" srcOrd="4" destOrd="0" parTransId="{71C8D23E-24BD-4487-960E-FA251C3FEFE3}" sibTransId="{E88314BC-9237-4B29-9126-EA0945EFB1F5}"/>
    <dgm:cxn modelId="{A60EED9E-B2FB-42F3-89E5-3F62BC17720C}" type="presOf" srcId="{44E0BA1B-6A7A-4A2A-BA6C-9CD819B523DC}" destId="{3CE2085C-8C71-4235-842C-A32D52A08BA2}" srcOrd="0" destOrd="0" presId="urn:microsoft.com/office/officeart/2018/2/layout/IconVerticalSolidList"/>
    <dgm:cxn modelId="{AB279FA1-7677-4278-924B-DEDE4D1BC716}" srcId="{44E0BA1B-6A7A-4A2A-BA6C-9CD819B523DC}" destId="{2B5B20B3-3A25-45A5-B477-657253B55F62}" srcOrd="0" destOrd="0" parTransId="{DF1DFFA2-E590-4F3F-8D16-149E1F64EE33}" sibTransId="{DDBCC688-8A56-4E6A-9587-4C4139350602}"/>
    <dgm:cxn modelId="{D393B8B2-9024-4BA3-BAD3-75D958F09E13}" srcId="{6080C7F2-96E6-4859-A739-47236A321D0F}" destId="{32832E88-16EC-4F6C-BA84-05FD49612422}" srcOrd="1" destOrd="0" parTransId="{6893C93E-729E-4374-BA60-3CD67D718019}" sibTransId="{BA12541D-C886-45A8-B4C4-55FEC7ED4CE1}"/>
    <dgm:cxn modelId="{737F77BF-320B-44DC-8C7A-A5349AE5BCBB}" srcId="{6080C7F2-96E6-4859-A739-47236A321D0F}" destId="{768683F5-DD23-43F0-97C6-71C95F73C850}" srcOrd="0" destOrd="0" parTransId="{359F905A-776A-4B48-B61E-6B166C31DA99}" sibTransId="{F634B558-6334-4BBF-8C20-2B7757EA3C0D}"/>
    <dgm:cxn modelId="{8E20F3E1-8131-46CE-B190-37421AAF5CD4}" type="presOf" srcId="{4F186DCB-A15D-4C2A-985E-CDE9DF557FFC}" destId="{A8112708-5E49-4A48-8733-F75541DB9BB9}" srcOrd="0" destOrd="0" presId="urn:microsoft.com/office/officeart/2018/2/layout/IconVerticalSolidList"/>
    <dgm:cxn modelId="{31B971EA-48B0-4C50-948F-D6F72B90B7C9}" srcId="{6080C7F2-96E6-4859-A739-47236A321D0F}" destId="{4F186DCB-A15D-4C2A-985E-CDE9DF557FFC}" srcOrd="3" destOrd="0" parTransId="{04784678-F8FE-4FFE-84DF-989FFC2577EF}" sibTransId="{7B196EF7-8E21-41C5-9FE0-913E3A0208EF}"/>
    <dgm:cxn modelId="{C9AB52FD-403E-4B24-94EC-68B60D0B6875}" type="presOf" srcId="{2B5B20B3-3A25-45A5-B477-657253B55F62}" destId="{8436043D-3B2B-48F8-87CA-EC6BAF342B56}" srcOrd="0" destOrd="0" presId="urn:microsoft.com/office/officeart/2018/2/layout/IconVerticalSolidList"/>
    <dgm:cxn modelId="{8294AAF9-435D-4F84-ACBC-47443B4DE0B5}" type="presParOf" srcId="{10C21C87-B442-49BD-BB9E-DD762D1DB666}" destId="{5DC82D1D-AE86-489A-9E9E-FFCDDB2E1FE7}" srcOrd="0" destOrd="0" presId="urn:microsoft.com/office/officeart/2018/2/layout/IconVerticalSolidList"/>
    <dgm:cxn modelId="{42B63778-13C9-49F2-AD0E-1C7671273761}" type="presParOf" srcId="{5DC82D1D-AE86-489A-9E9E-FFCDDB2E1FE7}" destId="{B30AF006-868E-4039-92F8-3EC0058A0129}" srcOrd="0" destOrd="0" presId="urn:microsoft.com/office/officeart/2018/2/layout/IconVerticalSolidList"/>
    <dgm:cxn modelId="{8A7A5C13-C951-4025-8800-427C82EAFD9D}" type="presParOf" srcId="{5DC82D1D-AE86-489A-9E9E-FFCDDB2E1FE7}" destId="{F5F9895A-E71E-4EF8-84C8-15307DF522AC}" srcOrd="1" destOrd="0" presId="urn:microsoft.com/office/officeart/2018/2/layout/IconVerticalSolidList"/>
    <dgm:cxn modelId="{A16AB7D8-BCD4-4B7F-9882-576B510D8592}" type="presParOf" srcId="{5DC82D1D-AE86-489A-9E9E-FFCDDB2E1FE7}" destId="{575E5B75-5571-448D-BFC3-ED461BE1B5EC}" srcOrd="2" destOrd="0" presId="urn:microsoft.com/office/officeart/2018/2/layout/IconVerticalSolidList"/>
    <dgm:cxn modelId="{2D18AD1E-113F-4E3D-8F8B-A27A00926A49}" type="presParOf" srcId="{5DC82D1D-AE86-489A-9E9E-FFCDDB2E1FE7}" destId="{CAEA4C10-85A0-4BF4-A723-827D91EEFC8B}" srcOrd="3" destOrd="0" presId="urn:microsoft.com/office/officeart/2018/2/layout/IconVerticalSolidList"/>
    <dgm:cxn modelId="{B965BD94-2BDD-44F8-ADBC-49856DE13262}" type="presParOf" srcId="{10C21C87-B442-49BD-BB9E-DD762D1DB666}" destId="{8D81C7BC-C8F3-440C-9D84-BA0E074774C5}" srcOrd="1" destOrd="0" presId="urn:microsoft.com/office/officeart/2018/2/layout/IconVerticalSolidList"/>
    <dgm:cxn modelId="{8859E92F-7E9A-401F-BF91-205B06B9B9D3}" type="presParOf" srcId="{10C21C87-B442-49BD-BB9E-DD762D1DB666}" destId="{412E47FC-B469-4C7B-934B-71B3F5BC1497}" srcOrd="2" destOrd="0" presId="urn:microsoft.com/office/officeart/2018/2/layout/IconVerticalSolidList"/>
    <dgm:cxn modelId="{D35FC163-5B4C-4C7D-B727-8B19893E88EF}" type="presParOf" srcId="{412E47FC-B469-4C7B-934B-71B3F5BC1497}" destId="{C950D9AF-44FD-4759-8DC9-844DA2AABFDB}" srcOrd="0" destOrd="0" presId="urn:microsoft.com/office/officeart/2018/2/layout/IconVerticalSolidList"/>
    <dgm:cxn modelId="{11B4BF16-4237-437A-84F2-56A17679EA71}" type="presParOf" srcId="{412E47FC-B469-4C7B-934B-71B3F5BC1497}" destId="{FF68E5D9-E292-4C61-B0F4-A51C4742F655}" srcOrd="1" destOrd="0" presId="urn:microsoft.com/office/officeart/2018/2/layout/IconVerticalSolidList"/>
    <dgm:cxn modelId="{34BBDAD7-51CF-4AA3-8897-4CFAA39F3594}" type="presParOf" srcId="{412E47FC-B469-4C7B-934B-71B3F5BC1497}" destId="{E9D2F4BA-2F8C-438A-9F95-73CC53F9BF2F}" srcOrd="2" destOrd="0" presId="urn:microsoft.com/office/officeart/2018/2/layout/IconVerticalSolidList"/>
    <dgm:cxn modelId="{42D450E9-E409-4707-BF0F-3557493885C6}" type="presParOf" srcId="{412E47FC-B469-4C7B-934B-71B3F5BC1497}" destId="{E9C213CC-C685-45D0-9270-6C59EA8729EB}" srcOrd="3" destOrd="0" presId="urn:microsoft.com/office/officeart/2018/2/layout/IconVerticalSolidList"/>
    <dgm:cxn modelId="{7F4BE46D-6DD8-46D2-87AA-AA689320906D}" type="presParOf" srcId="{10C21C87-B442-49BD-BB9E-DD762D1DB666}" destId="{9D1B61E6-A976-442F-ACC0-3D264205995B}" srcOrd="3" destOrd="0" presId="urn:microsoft.com/office/officeart/2018/2/layout/IconVerticalSolidList"/>
    <dgm:cxn modelId="{8AE75BBC-A393-4B3C-8131-CCDC61EEED28}" type="presParOf" srcId="{10C21C87-B442-49BD-BB9E-DD762D1DB666}" destId="{B4E0D9EE-9662-4A71-8678-E885B82DCCD1}" srcOrd="4" destOrd="0" presId="urn:microsoft.com/office/officeart/2018/2/layout/IconVerticalSolidList"/>
    <dgm:cxn modelId="{B6305FEC-226B-4B9E-A09C-1D4AB4FC36F5}" type="presParOf" srcId="{B4E0D9EE-9662-4A71-8678-E885B82DCCD1}" destId="{34397A94-36E4-4CEE-BE18-4B691E34AB18}" srcOrd="0" destOrd="0" presId="urn:microsoft.com/office/officeart/2018/2/layout/IconVerticalSolidList"/>
    <dgm:cxn modelId="{C5A29FE9-21DF-44BF-A386-9F73F7732E78}" type="presParOf" srcId="{B4E0D9EE-9662-4A71-8678-E885B82DCCD1}" destId="{5E68EBCF-C7E1-41A4-9B07-2BADFD3BB03D}" srcOrd="1" destOrd="0" presId="urn:microsoft.com/office/officeart/2018/2/layout/IconVerticalSolidList"/>
    <dgm:cxn modelId="{8FA4B538-4575-48DA-9719-CFAAF3DF4700}" type="presParOf" srcId="{B4E0D9EE-9662-4A71-8678-E885B82DCCD1}" destId="{64103FD1-AEF7-4ABD-83ED-E369C7ECFAA4}" srcOrd="2" destOrd="0" presId="urn:microsoft.com/office/officeart/2018/2/layout/IconVerticalSolidList"/>
    <dgm:cxn modelId="{46227975-6B50-4CFA-A6CE-C4E17E998EFD}" type="presParOf" srcId="{B4E0D9EE-9662-4A71-8678-E885B82DCCD1}" destId="{DA24C722-7945-458C-96BD-925810CE001C}" srcOrd="3" destOrd="0" presId="urn:microsoft.com/office/officeart/2018/2/layout/IconVerticalSolidList"/>
    <dgm:cxn modelId="{37627132-A69C-49E1-A182-8362AE3F0D4B}" type="presParOf" srcId="{10C21C87-B442-49BD-BB9E-DD762D1DB666}" destId="{8DE7A730-C56A-4BE7-9B69-5991583B35D6}" srcOrd="5" destOrd="0" presId="urn:microsoft.com/office/officeart/2018/2/layout/IconVerticalSolidList"/>
    <dgm:cxn modelId="{85AE2C58-145E-41D3-85AF-173895E28062}" type="presParOf" srcId="{10C21C87-B442-49BD-BB9E-DD762D1DB666}" destId="{D0AB28B5-7BA0-440A-BF01-206EBC5FD124}" srcOrd="6" destOrd="0" presId="urn:microsoft.com/office/officeart/2018/2/layout/IconVerticalSolidList"/>
    <dgm:cxn modelId="{A1BB49B2-058F-44C2-9AEE-7C6FC38A6605}" type="presParOf" srcId="{D0AB28B5-7BA0-440A-BF01-206EBC5FD124}" destId="{7A8F9C03-90B9-4261-8C1E-635A0C705DCD}" srcOrd="0" destOrd="0" presId="urn:microsoft.com/office/officeart/2018/2/layout/IconVerticalSolidList"/>
    <dgm:cxn modelId="{FC635B57-4995-461F-8FEF-C4A872DF3F26}" type="presParOf" srcId="{D0AB28B5-7BA0-440A-BF01-206EBC5FD124}" destId="{DBB5ADBF-8B2D-4ACD-A19C-5D7AE640409F}" srcOrd="1" destOrd="0" presId="urn:microsoft.com/office/officeart/2018/2/layout/IconVerticalSolidList"/>
    <dgm:cxn modelId="{F57E90BA-386D-44BE-9C39-A165A127E1D0}" type="presParOf" srcId="{D0AB28B5-7BA0-440A-BF01-206EBC5FD124}" destId="{B37691B4-9E96-4F87-B9AA-3952FB6FE260}" srcOrd="2" destOrd="0" presId="urn:microsoft.com/office/officeart/2018/2/layout/IconVerticalSolidList"/>
    <dgm:cxn modelId="{E2D6C5CF-E780-4C4A-888B-A347EBB37253}" type="presParOf" srcId="{D0AB28B5-7BA0-440A-BF01-206EBC5FD124}" destId="{A8112708-5E49-4A48-8733-F75541DB9BB9}" srcOrd="3" destOrd="0" presId="urn:microsoft.com/office/officeart/2018/2/layout/IconVerticalSolidList"/>
    <dgm:cxn modelId="{1E44C2E1-D2D3-4377-A92A-ABB473EB3A0C}" type="presParOf" srcId="{10C21C87-B442-49BD-BB9E-DD762D1DB666}" destId="{AC12837A-F441-4B67-B04C-31D34A7EC882}" srcOrd="7" destOrd="0" presId="urn:microsoft.com/office/officeart/2018/2/layout/IconVerticalSolidList"/>
    <dgm:cxn modelId="{371332C3-104D-4E4F-940B-76A5CA29AA96}" type="presParOf" srcId="{10C21C87-B442-49BD-BB9E-DD762D1DB666}" destId="{A9DFF8AD-C3FD-4C2F-B06F-5939BA47ADC5}" srcOrd="8" destOrd="0" presId="urn:microsoft.com/office/officeart/2018/2/layout/IconVerticalSolidList"/>
    <dgm:cxn modelId="{CD62ECE2-78E6-487B-BD3B-682624A9AEDC}" type="presParOf" srcId="{A9DFF8AD-C3FD-4C2F-B06F-5939BA47ADC5}" destId="{941CCB4D-2AE5-4F32-8656-D97778F43E7E}" srcOrd="0" destOrd="0" presId="urn:microsoft.com/office/officeart/2018/2/layout/IconVerticalSolidList"/>
    <dgm:cxn modelId="{103F60B0-4074-4B76-88D7-B76B7551517C}" type="presParOf" srcId="{A9DFF8AD-C3FD-4C2F-B06F-5939BA47ADC5}" destId="{8F8D7696-BC34-49F5-92B0-87E3E2FB84FD}" srcOrd="1" destOrd="0" presId="urn:microsoft.com/office/officeart/2018/2/layout/IconVerticalSolidList"/>
    <dgm:cxn modelId="{78B6EF35-919C-4507-9322-BFE408D6A89D}" type="presParOf" srcId="{A9DFF8AD-C3FD-4C2F-B06F-5939BA47ADC5}" destId="{8E5B28B5-3B16-4490-9BA1-4CB96751688A}" srcOrd="2" destOrd="0" presId="urn:microsoft.com/office/officeart/2018/2/layout/IconVerticalSolidList"/>
    <dgm:cxn modelId="{5CEA3F94-2EA2-463A-9040-08B47D8259F6}" type="presParOf" srcId="{A9DFF8AD-C3FD-4C2F-B06F-5939BA47ADC5}" destId="{3CE2085C-8C71-4235-842C-A32D52A08BA2}" srcOrd="3" destOrd="0" presId="urn:microsoft.com/office/officeart/2018/2/layout/IconVerticalSolidList"/>
    <dgm:cxn modelId="{E020A14A-B1F1-4E8E-A789-4FFEEA443922}" type="presParOf" srcId="{A9DFF8AD-C3FD-4C2F-B06F-5939BA47ADC5}" destId="{8436043D-3B2B-48F8-87CA-EC6BAF342B5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2F246EB-67D7-48CD-BC55-075743B082D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DDBAC2-E98A-46A0-A094-90969A2678E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Combines: </a:t>
          </a:r>
          <a:endParaRPr lang="en-US"/>
        </a:p>
      </dgm:t>
    </dgm:pt>
    <dgm:pt modelId="{4D7A11DD-C5FE-4247-83DD-E96BA40350C6}" type="parTrans" cxnId="{A57BAD85-6992-44EE-A00E-AE9108B1EAAA}">
      <dgm:prSet/>
      <dgm:spPr/>
      <dgm:t>
        <a:bodyPr/>
        <a:lstStyle/>
        <a:p>
          <a:endParaRPr lang="en-US"/>
        </a:p>
      </dgm:t>
    </dgm:pt>
    <dgm:pt modelId="{8E05F9E4-6F54-445E-86B7-07B5865503B5}" type="sibTrans" cxnId="{A57BAD85-6992-44EE-A00E-AE9108B1EAAA}">
      <dgm:prSet/>
      <dgm:spPr/>
      <dgm:t>
        <a:bodyPr/>
        <a:lstStyle/>
        <a:p>
          <a:endParaRPr lang="en-US"/>
        </a:p>
      </dgm:t>
    </dgm:pt>
    <dgm:pt modelId="{9474FB44-CBF4-4EA0-9328-C16BF8D8A55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600" dirty="0" err="1"/>
            <a:t>retrieved</a:t>
          </a:r>
          <a:r>
            <a:rPr lang="fr-FR" sz="1600" dirty="0"/>
            <a:t> </a:t>
          </a:r>
          <a:r>
            <a:rPr lang="fr-FR" sz="1600" dirty="0" err="1"/>
            <a:t>context</a:t>
          </a:r>
          <a:r>
            <a:rPr lang="fr-FR" sz="1600" dirty="0"/>
            <a:t> </a:t>
          </a:r>
          <a:endParaRPr lang="en-US" sz="1600" dirty="0"/>
        </a:p>
      </dgm:t>
    </dgm:pt>
    <dgm:pt modelId="{B3498DD5-DAD9-4343-BC06-F2E2D28ADAD4}" type="parTrans" cxnId="{BB1FBF0F-FC31-4E1A-9DAB-D55A908E1C42}">
      <dgm:prSet/>
      <dgm:spPr/>
      <dgm:t>
        <a:bodyPr/>
        <a:lstStyle/>
        <a:p>
          <a:endParaRPr lang="en-US"/>
        </a:p>
      </dgm:t>
    </dgm:pt>
    <dgm:pt modelId="{7177B2FC-B75A-42AF-A7F4-EA07B6BC12A3}" type="sibTrans" cxnId="{BB1FBF0F-FC31-4E1A-9DAB-D55A908E1C42}">
      <dgm:prSet/>
      <dgm:spPr/>
      <dgm:t>
        <a:bodyPr/>
        <a:lstStyle/>
        <a:p>
          <a:endParaRPr lang="en-US"/>
        </a:p>
      </dgm:t>
    </dgm:pt>
    <dgm:pt modelId="{2FC56FFA-8AE6-452B-A7A9-76FB27E932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600" dirty="0"/>
            <a:t>user question </a:t>
          </a:r>
          <a:endParaRPr lang="en-US" sz="1600" dirty="0"/>
        </a:p>
      </dgm:t>
    </dgm:pt>
    <dgm:pt modelId="{08F2E41D-242F-44E4-9640-80B85F7E5833}" type="parTrans" cxnId="{3E1EEEEC-9DF9-400C-A394-896CC4F0D634}">
      <dgm:prSet/>
      <dgm:spPr/>
      <dgm:t>
        <a:bodyPr/>
        <a:lstStyle/>
        <a:p>
          <a:endParaRPr lang="en-US"/>
        </a:p>
      </dgm:t>
    </dgm:pt>
    <dgm:pt modelId="{43D30365-357F-4A57-98ED-794E1F5E2508}" type="sibTrans" cxnId="{3E1EEEEC-9DF9-400C-A394-896CC4F0D634}">
      <dgm:prSet/>
      <dgm:spPr/>
      <dgm:t>
        <a:bodyPr/>
        <a:lstStyle/>
        <a:p>
          <a:endParaRPr lang="en-US"/>
        </a:p>
      </dgm:t>
    </dgm:pt>
    <dgm:pt modelId="{06FD9A8B-5D6F-4354-A1DE-DAF7EE57D433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Uses </a:t>
          </a:r>
          <a:r>
            <a:rPr lang="fr-FR" b="1"/>
            <a:t>LangChain pipeline / custom RAG chain</a:t>
          </a:r>
          <a:r>
            <a:rPr lang="fr-FR"/>
            <a:t> </a:t>
          </a:r>
          <a:endParaRPr lang="en-US"/>
        </a:p>
      </dgm:t>
    </dgm:pt>
    <dgm:pt modelId="{A626C11C-00C1-4F0A-B594-5A3F8D604CB4}" type="parTrans" cxnId="{63FBDCE2-6A38-4B6B-8B98-D08D79F44CCA}">
      <dgm:prSet/>
      <dgm:spPr/>
      <dgm:t>
        <a:bodyPr/>
        <a:lstStyle/>
        <a:p>
          <a:endParaRPr lang="en-US"/>
        </a:p>
      </dgm:t>
    </dgm:pt>
    <dgm:pt modelId="{868F46A5-4AFF-43E8-B7CB-3B3A4D3ADE19}" type="sibTrans" cxnId="{63FBDCE2-6A38-4B6B-8B98-D08D79F44CCA}">
      <dgm:prSet/>
      <dgm:spPr/>
      <dgm:t>
        <a:bodyPr/>
        <a:lstStyle/>
        <a:p>
          <a:endParaRPr lang="en-US"/>
        </a:p>
      </dgm:t>
    </dgm:pt>
    <dgm:pt modelId="{0419DD12-D778-4B4C-BAD4-0DB501A50E5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Ensures answers are: </a:t>
          </a:r>
          <a:endParaRPr lang="en-US"/>
        </a:p>
      </dgm:t>
    </dgm:pt>
    <dgm:pt modelId="{E924872D-DF7D-43D9-ADC6-E966D45D9C82}" type="parTrans" cxnId="{49CBEE30-0A02-4832-A54D-D1DFE9052DE9}">
      <dgm:prSet/>
      <dgm:spPr/>
      <dgm:t>
        <a:bodyPr/>
        <a:lstStyle/>
        <a:p>
          <a:endParaRPr lang="en-US"/>
        </a:p>
      </dgm:t>
    </dgm:pt>
    <dgm:pt modelId="{CA4153A4-24E0-4ADC-9607-414B01EF2F0D}" type="sibTrans" cxnId="{49CBEE30-0A02-4832-A54D-D1DFE9052DE9}">
      <dgm:prSet/>
      <dgm:spPr/>
      <dgm:t>
        <a:bodyPr/>
        <a:lstStyle/>
        <a:p>
          <a:endParaRPr lang="en-US"/>
        </a:p>
      </dgm:t>
    </dgm:pt>
    <dgm:pt modelId="{05D09031-D58B-4556-8CA4-369F655EAF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dirty="0" err="1"/>
            <a:t>grounded</a:t>
          </a:r>
          <a:r>
            <a:rPr lang="fr-FR" sz="1200" dirty="0"/>
            <a:t> </a:t>
          </a:r>
          <a:endParaRPr lang="en-US" sz="1200" dirty="0"/>
        </a:p>
      </dgm:t>
    </dgm:pt>
    <dgm:pt modelId="{305356F9-6FD9-48CB-AA33-2EAACBD57FB7}" type="parTrans" cxnId="{61A486B8-9044-41CE-B8D0-7045F8A9E0E1}">
      <dgm:prSet/>
      <dgm:spPr/>
      <dgm:t>
        <a:bodyPr/>
        <a:lstStyle/>
        <a:p>
          <a:endParaRPr lang="en-US"/>
        </a:p>
      </dgm:t>
    </dgm:pt>
    <dgm:pt modelId="{E96EBAD4-8D57-40C6-B2D6-293FE265CD6B}" type="sibTrans" cxnId="{61A486B8-9044-41CE-B8D0-7045F8A9E0E1}">
      <dgm:prSet/>
      <dgm:spPr/>
      <dgm:t>
        <a:bodyPr/>
        <a:lstStyle/>
        <a:p>
          <a:endParaRPr lang="en-US"/>
        </a:p>
      </dgm:t>
    </dgm:pt>
    <dgm:pt modelId="{F7346617-3C52-4363-95EF-394C05A0F58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400" dirty="0"/>
            <a:t>relevant</a:t>
          </a:r>
          <a:r>
            <a:rPr lang="fr-FR" sz="1200" dirty="0"/>
            <a:t> </a:t>
          </a:r>
          <a:endParaRPr lang="en-US" sz="1200" dirty="0"/>
        </a:p>
      </dgm:t>
    </dgm:pt>
    <dgm:pt modelId="{A2BA17BF-CE02-4C62-8722-55340531DA32}" type="parTrans" cxnId="{D3318E6C-F065-4E55-8BCB-E2102A837C77}">
      <dgm:prSet/>
      <dgm:spPr/>
      <dgm:t>
        <a:bodyPr/>
        <a:lstStyle/>
        <a:p>
          <a:endParaRPr lang="en-US"/>
        </a:p>
      </dgm:t>
    </dgm:pt>
    <dgm:pt modelId="{5DE760C4-C41A-40D9-804D-06DFC3CF296E}" type="sibTrans" cxnId="{D3318E6C-F065-4E55-8BCB-E2102A837C77}">
      <dgm:prSet/>
      <dgm:spPr/>
      <dgm:t>
        <a:bodyPr/>
        <a:lstStyle/>
        <a:p>
          <a:endParaRPr lang="en-US"/>
        </a:p>
      </dgm:t>
    </dgm:pt>
    <dgm:pt modelId="{67EF5BBA-590D-4E5C-BBB9-5944EC99CFE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200" dirty="0" err="1"/>
            <a:t>less</a:t>
          </a:r>
          <a:r>
            <a:rPr lang="fr-FR" sz="1200" dirty="0"/>
            <a:t> </a:t>
          </a:r>
          <a:r>
            <a:rPr lang="fr-FR" sz="1400" dirty="0" err="1"/>
            <a:t>hallucinated</a:t>
          </a:r>
          <a:r>
            <a:rPr lang="fr-FR" sz="1200" dirty="0"/>
            <a:t> </a:t>
          </a:r>
          <a:endParaRPr lang="en-US" sz="1200" dirty="0"/>
        </a:p>
      </dgm:t>
    </dgm:pt>
    <dgm:pt modelId="{12B36BFF-5933-4D31-8FD9-4BD46D44E72C}" type="parTrans" cxnId="{8B154E0E-54C5-499E-8814-EF7B82C38955}">
      <dgm:prSet/>
      <dgm:spPr/>
      <dgm:t>
        <a:bodyPr/>
        <a:lstStyle/>
        <a:p>
          <a:endParaRPr lang="en-US"/>
        </a:p>
      </dgm:t>
    </dgm:pt>
    <dgm:pt modelId="{757C8F77-BB7C-4549-980C-7D0E89CF25FE}" type="sibTrans" cxnId="{8B154E0E-54C5-499E-8814-EF7B82C38955}">
      <dgm:prSet/>
      <dgm:spPr/>
      <dgm:t>
        <a:bodyPr/>
        <a:lstStyle/>
        <a:p>
          <a:endParaRPr lang="en-US"/>
        </a:p>
      </dgm:t>
    </dgm:pt>
    <dgm:pt modelId="{7A54E280-1EBB-4541-9AA0-15F216C60BF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Role in pipeline: </a:t>
          </a:r>
          <a:r>
            <a:rPr lang="fr-FR"/>
            <a:t>Produce final answer conditioned on retrieved knowledge</a:t>
          </a:r>
          <a:endParaRPr lang="en-US"/>
        </a:p>
      </dgm:t>
    </dgm:pt>
    <dgm:pt modelId="{F81AE52C-8926-426D-9D46-DDEA9A58E4D7}" type="parTrans" cxnId="{1B5D0122-BA4B-4D61-9A5E-5701E176BED6}">
      <dgm:prSet/>
      <dgm:spPr/>
      <dgm:t>
        <a:bodyPr/>
        <a:lstStyle/>
        <a:p>
          <a:endParaRPr lang="en-US"/>
        </a:p>
      </dgm:t>
    </dgm:pt>
    <dgm:pt modelId="{4697AE27-7035-4523-867E-089B87CA4050}" type="sibTrans" cxnId="{1B5D0122-BA4B-4D61-9A5E-5701E176BED6}">
      <dgm:prSet/>
      <dgm:spPr/>
      <dgm:t>
        <a:bodyPr/>
        <a:lstStyle/>
        <a:p>
          <a:endParaRPr lang="en-US"/>
        </a:p>
      </dgm:t>
    </dgm:pt>
    <dgm:pt modelId="{AD277A52-47BC-49B8-B1F5-3138FB37A48D}" type="pres">
      <dgm:prSet presAssocID="{22F246EB-67D7-48CD-BC55-075743B082D5}" presName="root" presStyleCnt="0">
        <dgm:presLayoutVars>
          <dgm:dir/>
          <dgm:resizeHandles val="exact"/>
        </dgm:presLayoutVars>
      </dgm:prSet>
      <dgm:spPr/>
    </dgm:pt>
    <dgm:pt modelId="{D11CCA66-796D-4198-A4D5-0E609E5B64DC}" type="pres">
      <dgm:prSet presAssocID="{28DDBAC2-E98A-46A0-A094-90969A2678EA}" presName="compNode" presStyleCnt="0"/>
      <dgm:spPr/>
    </dgm:pt>
    <dgm:pt modelId="{1EA30935-828B-44E7-A00F-AE1DE3D320D5}" type="pres">
      <dgm:prSet presAssocID="{28DDBAC2-E98A-46A0-A094-90969A2678EA}" presName="bgRect" presStyleLbl="bgShp" presStyleIdx="0" presStyleCnt="4"/>
      <dgm:spPr/>
    </dgm:pt>
    <dgm:pt modelId="{17D2849B-4861-4115-A1DD-986AA03E447A}" type="pres">
      <dgm:prSet presAssocID="{28DDBAC2-E98A-46A0-A094-90969A2678E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ilisateur"/>
        </a:ext>
      </dgm:extLst>
    </dgm:pt>
    <dgm:pt modelId="{D75983E7-B429-4F26-95D2-796958706068}" type="pres">
      <dgm:prSet presAssocID="{28DDBAC2-E98A-46A0-A094-90969A2678EA}" presName="spaceRect" presStyleCnt="0"/>
      <dgm:spPr/>
    </dgm:pt>
    <dgm:pt modelId="{5715F7E7-3D5C-4DCA-912E-0B41988EF2DD}" type="pres">
      <dgm:prSet presAssocID="{28DDBAC2-E98A-46A0-A094-90969A2678EA}" presName="parTx" presStyleLbl="revTx" presStyleIdx="0" presStyleCnt="6">
        <dgm:presLayoutVars>
          <dgm:chMax val="0"/>
          <dgm:chPref val="0"/>
        </dgm:presLayoutVars>
      </dgm:prSet>
      <dgm:spPr/>
    </dgm:pt>
    <dgm:pt modelId="{027C7BF7-CC09-4B46-B92E-D55C5885D6D6}" type="pres">
      <dgm:prSet presAssocID="{28DDBAC2-E98A-46A0-A094-90969A2678EA}" presName="desTx" presStyleLbl="revTx" presStyleIdx="1" presStyleCnt="6">
        <dgm:presLayoutVars/>
      </dgm:prSet>
      <dgm:spPr/>
    </dgm:pt>
    <dgm:pt modelId="{673FE8C0-0B6F-49B3-A5C6-E48EDE4437CE}" type="pres">
      <dgm:prSet presAssocID="{8E05F9E4-6F54-445E-86B7-07B5865503B5}" presName="sibTrans" presStyleCnt="0"/>
      <dgm:spPr/>
    </dgm:pt>
    <dgm:pt modelId="{167EB8F2-F216-44C9-9C4C-D9F7609382E2}" type="pres">
      <dgm:prSet presAssocID="{06FD9A8B-5D6F-4354-A1DE-DAF7EE57D433}" presName="compNode" presStyleCnt="0"/>
      <dgm:spPr/>
    </dgm:pt>
    <dgm:pt modelId="{4B5A1ECA-6AB6-493A-B133-3A73C18E0E32}" type="pres">
      <dgm:prSet presAssocID="{06FD9A8B-5D6F-4354-A1DE-DAF7EE57D433}" presName="bgRect" presStyleLbl="bgShp" presStyleIdx="1" presStyleCnt="4"/>
      <dgm:spPr/>
    </dgm:pt>
    <dgm:pt modelId="{A56E4711-68F7-437D-8172-122713B708AB}" type="pres">
      <dgm:prSet presAssocID="{06FD9A8B-5D6F-4354-A1DE-DAF7EE57D43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ine"/>
        </a:ext>
      </dgm:extLst>
    </dgm:pt>
    <dgm:pt modelId="{E29114CC-10F0-4CE9-BD0A-F7853E817114}" type="pres">
      <dgm:prSet presAssocID="{06FD9A8B-5D6F-4354-A1DE-DAF7EE57D433}" presName="spaceRect" presStyleCnt="0"/>
      <dgm:spPr/>
    </dgm:pt>
    <dgm:pt modelId="{3372AC16-B3C3-4692-B086-BF7B1761BC98}" type="pres">
      <dgm:prSet presAssocID="{06FD9A8B-5D6F-4354-A1DE-DAF7EE57D433}" presName="parTx" presStyleLbl="revTx" presStyleIdx="2" presStyleCnt="6">
        <dgm:presLayoutVars>
          <dgm:chMax val="0"/>
          <dgm:chPref val="0"/>
        </dgm:presLayoutVars>
      </dgm:prSet>
      <dgm:spPr/>
    </dgm:pt>
    <dgm:pt modelId="{87D60EEF-688D-4FA5-9847-CCEEB0EA0B62}" type="pres">
      <dgm:prSet presAssocID="{868F46A5-4AFF-43E8-B7CB-3B3A4D3ADE19}" presName="sibTrans" presStyleCnt="0"/>
      <dgm:spPr/>
    </dgm:pt>
    <dgm:pt modelId="{84BC9B4D-D21C-40D9-B851-747CE6D722B1}" type="pres">
      <dgm:prSet presAssocID="{0419DD12-D778-4B4C-BAD4-0DB501A50E59}" presName="compNode" presStyleCnt="0"/>
      <dgm:spPr/>
    </dgm:pt>
    <dgm:pt modelId="{8B0CE294-E8A7-4B01-94CC-D2AFF14B5A04}" type="pres">
      <dgm:prSet presAssocID="{0419DD12-D778-4B4C-BAD4-0DB501A50E59}" presName="bgRect" presStyleLbl="bgShp" presStyleIdx="2" presStyleCnt="4"/>
      <dgm:spPr/>
    </dgm:pt>
    <dgm:pt modelId="{DD07B20D-6207-4D06-8EF9-1ABFE2AD6B11}" type="pres">
      <dgm:prSet presAssocID="{0419DD12-D778-4B4C-BAD4-0DB501A50E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006625F-0778-4C7D-90D1-0B1004BEEED0}" type="pres">
      <dgm:prSet presAssocID="{0419DD12-D778-4B4C-BAD4-0DB501A50E59}" presName="spaceRect" presStyleCnt="0"/>
      <dgm:spPr/>
    </dgm:pt>
    <dgm:pt modelId="{5ED4AB26-9F05-44E6-AFCA-A2837DFED0E8}" type="pres">
      <dgm:prSet presAssocID="{0419DD12-D778-4B4C-BAD4-0DB501A50E59}" presName="parTx" presStyleLbl="revTx" presStyleIdx="3" presStyleCnt="6">
        <dgm:presLayoutVars>
          <dgm:chMax val="0"/>
          <dgm:chPref val="0"/>
        </dgm:presLayoutVars>
      </dgm:prSet>
      <dgm:spPr/>
    </dgm:pt>
    <dgm:pt modelId="{2B4B07F3-4287-4853-8C6A-35B5873DAF95}" type="pres">
      <dgm:prSet presAssocID="{0419DD12-D778-4B4C-BAD4-0DB501A50E59}" presName="desTx" presStyleLbl="revTx" presStyleIdx="4" presStyleCnt="6">
        <dgm:presLayoutVars/>
      </dgm:prSet>
      <dgm:spPr/>
    </dgm:pt>
    <dgm:pt modelId="{C6DD6F0D-4B5E-43DC-B6FA-7FE8F270A6EF}" type="pres">
      <dgm:prSet presAssocID="{CA4153A4-24E0-4ADC-9607-414B01EF2F0D}" presName="sibTrans" presStyleCnt="0"/>
      <dgm:spPr/>
    </dgm:pt>
    <dgm:pt modelId="{BDA55873-C977-4E0B-827F-C421754F23E1}" type="pres">
      <dgm:prSet presAssocID="{7A54E280-1EBB-4541-9AA0-15F216C60BFF}" presName="compNode" presStyleCnt="0"/>
      <dgm:spPr/>
    </dgm:pt>
    <dgm:pt modelId="{6461997F-0957-4B08-82D2-E05FCF4E4562}" type="pres">
      <dgm:prSet presAssocID="{7A54E280-1EBB-4541-9AA0-15F216C60BFF}" presName="bgRect" presStyleLbl="bgShp" presStyleIdx="3" presStyleCnt="4"/>
      <dgm:spPr/>
    </dgm:pt>
    <dgm:pt modelId="{6EB45EF0-9849-4BB7-886E-FDE16CBBE3AF}" type="pres">
      <dgm:prSet presAssocID="{7A54E280-1EBB-4541-9AA0-15F216C60BF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es"/>
        </a:ext>
      </dgm:extLst>
    </dgm:pt>
    <dgm:pt modelId="{4FFEADF2-FC13-45D5-BD74-6B1D84797CB7}" type="pres">
      <dgm:prSet presAssocID="{7A54E280-1EBB-4541-9AA0-15F216C60BFF}" presName="spaceRect" presStyleCnt="0"/>
      <dgm:spPr/>
    </dgm:pt>
    <dgm:pt modelId="{F02B72A1-0046-4F80-A18B-8E528F60EEF8}" type="pres">
      <dgm:prSet presAssocID="{7A54E280-1EBB-4541-9AA0-15F216C60BF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B154E0E-54C5-499E-8814-EF7B82C38955}" srcId="{0419DD12-D778-4B4C-BAD4-0DB501A50E59}" destId="{67EF5BBA-590D-4E5C-BBB9-5944EC99CFEB}" srcOrd="2" destOrd="0" parTransId="{12B36BFF-5933-4D31-8FD9-4BD46D44E72C}" sibTransId="{757C8F77-BB7C-4549-980C-7D0E89CF25FE}"/>
    <dgm:cxn modelId="{BB1FBF0F-FC31-4E1A-9DAB-D55A908E1C42}" srcId="{28DDBAC2-E98A-46A0-A094-90969A2678EA}" destId="{9474FB44-CBF4-4EA0-9328-C16BF8D8A558}" srcOrd="0" destOrd="0" parTransId="{B3498DD5-DAD9-4343-BC06-F2E2D28ADAD4}" sibTransId="{7177B2FC-B75A-42AF-A7F4-EA07B6BC12A3}"/>
    <dgm:cxn modelId="{1B5D0122-BA4B-4D61-9A5E-5701E176BED6}" srcId="{22F246EB-67D7-48CD-BC55-075743B082D5}" destId="{7A54E280-1EBB-4541-9AA0-15F216C60BFF}" srcOrd="3" destOrd="0" parTransId="{F81AE52C-8926-426D-9D46-DDEA9A58E4D7}" sibTransId="{4697AE27-7035-4523-867E-089B87CA4050}"/>
    <dgm:cxn modelId="{49CBEE30-0A02-4832-A54D-D1DFE9052DE9}" srcId="{22F246EB-67D7-48CD-BC55-075743B082D5}" destId="{0419DD12-D778-4B4C-BAD4-0DB501A50E59}" srcOrd="2" destOrd="0" parTransId="{E924872D-DF7D-43D9-ADC6-E966D45D9C82}" sibTransId="{CA4153A4-24E0-4ADC-9607-414B01EF2F0D}"/>
    <dgm:cxn modelId="{F26BD64A-D556-4323-85D1-79F6743AFDBA}" type="presOf" srcId="{2FC56FFA-8AE6-452B-A7A9-76FB27E93279}" destId="{027C7BF7-CC09-4B46-B92E-D55C5885D6D6}" srcOrd="0" destOrd="1" presId="urn:microsoft.com/office/officeart/2018/2/layout/IconVerticalSolidList"/>
    <dgm:cxn modelId="{D3318E6C-F065-4E55-8BCB-E2102A837C77}" srcId="{0419DD12-D778-4B4C-BAD4-0DB501A50E59}" destId="{F7346617-3C52-4363-95EF-394C05A0F580}" srcOrd="1" destOrd="0" parTransId="{A2BA17BF-CE02-4C62-8722-55340531DA32}" sibTransId="{5DE760C4-C41A-40D9-804D-06DFC3CF296E}"/>
    <dgm:cxn modelId="{4DFAFB4E-4FA9-4A02-8E93-4A46C660E7F3}" type="presOf" srcId="{05D09031-D58B-4556-8CA4-369F655EAF79}" destId="{2B4B07F3-4287-4853-8C6A-35B5873DAF95}" srcOrd="0" destOrd="0" presId="urn:microsoft.com/office/officeart/2018/2/layout/IconVerticalSolidList"/>
    <dgm:cxn modelId="{7855AD4F-461B-40E0-9EBF-EC5FFE136716}" type="presOf" srcId="{7A54E280-1EBB-4541-9AA0-15F216C60BFF}" destId="{F02B72A1-0046-4F80-A18B-8E528F60EEF8}" srcOrd="0" destOrd="0" presId="urn:microsoft.com/office/officeart/2018/2/layout/IconVerticalSolidList"/>
    <dgm:cxn modelId="{5DC66259-84A1-445C-A128-BCD8150E3825}" type="presOf" srcId="{9474FB44-CBF4-4EA0-9328-C16BF8D8A558}" destId="{027C7BF7-CC09-4B46-B92E-D55C5885D6D6}" srcOrd="0" destOrd="0" presId="urn:microsoft.com/office/officeart/2018/2/layout/IconVerticalSolidList"/>
    <dgm:cxn modelId="{A57BAD85-6992-44EE-A00E-AE9108B1EAAA}" srcId="{22F246EB-67D7-48CD-BC55-075743B082D5}" destId="{28DDBAC2-E98A-46A0-A094-90969A2678EA}" srcOrd="0" destOrd="0" parTransId="{4D7A11DD-C5FE-4247-83DD-E96BA40350C6}" sibTransId="{8E05F9E4-6F54-445E-86B7-07B5865503B5}"/>
    <dgm:cxn modelId="{61A486B8-9044-41CE-B8D0-7045F8A9E0E1}" srcId="{0419DD12-D778-4B4C-BAD4-0DB501A50E59}" destId="{05D09031-D58B-4556-8CA4-369F655EAF79}" srcOrd="0" destOrd="0" parTransId="{305356F9-6FD9-48CB-AA33-2EAACBD57FB7}" sibTransId="{E96EBAD4-8D57-40C6-B2D6-293FE265CD6B}"/>
    <dgm:cxn modelId="{12471CD8-3E93-4EAA-B318-2A955F185EA6}" type="presOf" srcId="{06FD9A8B-5D6F-4354-A1DE-DAF7EE57D433}" destId="{3372AC16-B3C3-4692-B086-BF7B1761BC98}" srcOrd="0" destOrd="0" presId="urn:microsoft.com/office/officeart/2018/2/layout/IconVerticalSolidList"/>
    <dgm:cxn modelId="{C0426DD8-DA2A-4F72-9790-8377605C4D2D}" type="presOf" srcId="{28DDBAC2-E98A-46A0-A094-90969A2678EA}" destId="{5715F7E7-3D5C-4DCA-912E-0B41988EF2DD}" srcOrd="0" destOrd="0" presId="urn:microsoft.com/office/officeart/2018/2/layout/IconVerticalSolidList"/>
    <dgm:cxn modelId="{19C64ED9-0852-4F66-8EDF-53169CA24AFD}" type="presOf" srcId="{F7346617-3C52-4363-95EF-394C05A0F580}" destId="{2B4B07F3-4287-4853-8C6A-35B5873DAF95}" srcOrd="0" destOrd="1" presId="urn:microsoft.com/office/officeart/2018/2/layout/IconVerticalSolidList"/>
    <dgm:cxn modelId="{63FBDCE2-6A38-4B6B-8B98-D08D79F44CCA}" srcId="{22F246EB-67D7-48CD-BC55-075743B082D5}" destId="{06FD9A8B-5D6F-4354-A1DE-DAF7EE57D433}" srcOrd="1" destOrd="0" parTransId="{A626C11C-00C1-4F0A-B594-5A3F8D604CB4}" sibTransId="{868F46A5-4AFF-43E8-B7CB-3B3A4D3ADE19}"/>
    <dgm:cxn modelId="{B9CF9DE8-7CB5-4EA7-A683-FFCD7B618612}" type="presOf" srcId="{22F246EB-67D7-48CD-BC55-075743B082D5}" destId="{AD277A52-47BC-49B8-B1F5-3138FB37A48D}" srcOrd="0" destOrd="0" presId="urn:microsoft.com/office/officeart/2018/2/layout/IconVerticalSolidList"/>
    <dgm:cxn modelId="{3C5C5DE9-1D3E-4B22-96FC-58CC5142BBFD}" type="presOf" srcId="{67EF5BBA-590D-4E5C-BBB9-5944EC99CFEB}" destId="{2B4B07F3-4287-4853-8C6A-35B5873DAF95}" srcOrd="0" destOrd="2" presId="urn:microsoft.com/office/officeart/2018/2/layout/IconVerticalSolidList"/>
    <dgm:cxn modelId="{3E1EEEEC-9DF9-400C-A394-896CC4F0D634}" srcId="{28DDBAC2-E98A-46A0-A094-90969A2678EA}" destId="{2FC56FFA-8AE6-452B-A7A9-76FB27E93279}" srcOrd="1" destOrd="0" parTransId="{08F2E41D-242F-44E4-9640-80B85F7E5833}" sibTransId="{43D30365-357F-4A57-98ED-794E1F5E2508}"/>
    <dgm:cxn modelId="{304BD5F3-614D-4052-B04F-62707908EA74}" type="presOf" srcId="{0419DD12-D778-4B4C-BAD4-0DB501A50E59}" destId="{5ED4AB26-9F05-44E6-AFCA-A2837DFED0E8}" srcOrd="0" destOrd="0" presId="urn:microsoft.com/office/officeart/2018/2/layout/IconVerticalSolidList"/>
    <dgm:cxn modelId="{8B7CBE2B-1C22-4819-B51D-C21D01465A07}" type="presParOf" srcId="{AD277A52-47BC-49B8-B1F5-3138FB37A48D}" destId="{D11CCA66-796D-4198-A4D5-0E609E5B64DC}" srcOrd="0" destOrd="0" presId="urn:microsoft.com/office/officeart/2018/2/layout/IconVerticalSolidList"/>
    <dgm:cxn modelId="{3B50B3ED-3A6C-4F39-9E8F-5AA4D743BAB2}" type="presParOf" srcId="{D11CCA66-796D-4198-A4D5-0E609E5B64DC}" destId="{1EA30935-828B-44E7-A00F-AE1DE3D320D5}" srcOrd="0" destOrd="0" presId="urn:microsoft.com/office/officeart/2018/2/layout/IconVerticalSolidList"/>
    <dgm:cxn modelId="{7FBE49A8-675A-4520-87C9-2D112C41A869}" type="presParOf" srcId="{D11CCA66-796D-4198-A4D5-0E609E5B64DC}" destId="{17D2849B-4861-4115-A1DD-986AA03E447A}" srcOrd="1" destOrd="0" presId="urn:microsoft.com/office/officeart/2018/2/layout/IconVerticalSolidList"/>
    <dgm:cxn modelId="{7A3E311A-D6FE-4243-B94B-1394F0BE6208}" type="presParOf" srcId="{D11CCA66-796D-4198-A4D5-0E609E5B64DC}" destId="{D75983E7-B429-4F26-95D2-796958706068}" srcOrd="2" destOrd="0" presId="urn:microsoft.com/office/officeart/2018/2/layout/IconVerticalSolidList"/>
    <dgm:cxn modelId="{7F63F6DF-AD40-49A4-9051-D67B85DEBDB8}" type="presParOf" srcId="{D11CCA66-796D-4198-A4D5-0E609E5B64DC}" destId="{5715F7E7-3D5C-4DCA-912E-0B41988EF2DD}" srcOrd="3" destOrd="0" presId="urn:microsoft.com/office/officeart/2018/2/layout/IconVerticalSolidList"/>
    <dgm:cxn modelId="{B95D1232-3FA6-4F10-8627-DFF191814678}" type="presParOf" srcId="{D11CCA66-796D-4198-A4D5-0E609E5B64DC}" destId="{027C7BF7-CC09-4B46-B92E-D55C5885D6D6}" srcOrd="4" destOrd="0" presId="urn:microsoft.com/office/officeart/2018/2/layout/IconVerticalSolidList"/>
    <dgm:cxn modelId="{82CE80EE-D7F9-4FEF-A4E6-3DD0DEF10177}" type="presParOf" srcId="{AD277A52-47BC-49B8-B1F5-3138FB37A48D}" destId="{673FE8C0-0B6F-49B3-A5C6-E48EDE4437CE}" srcOrd="1" destOrd="0" presId="urn:microsoft.com/office/officeart/2018/2/layout/IconVerticalSolidList"/>
    <dgm:cxn modelId="{9511ADC2-EB55-4B78-B99F-F200B995E4BD}" type="presParOf" srcId="{AD277A52-47BC-49B8-B1F5-3138FB37A48D}" destId="{167EB8F2-F216-44C9-9C4C-D9F7609382E2}" srcOrd="2" destOrd="0" presId="urn:microsoft.com/office/officeart/2018/2/layout/IconVerticalSolidList"/>
    <dgm:cxn modelId="{A264B838-3834-4DCE-9BA9-E54F4ECC2911}" type="presParOf" srcId="{167EB8F2-F216-44C9-9C4C-D9F7609382E2}" destId="{4B5A1ECA-6AB6-493A-B133-3A73C18E0E32}" srcOrd="0" destOrd="0" presId="urn:microsoft.com/office/officeart/2018/2/layout/IconVerticalSolidList"/>
    <dgm:cxn modelId="{214D25B1-2469-46C7-8EB7-6208148D8863}" type="presParOf" srcId="{167EB8F2-F216-44C9-9C4C-D9F7609382E2}" destId="{A56E4711-68F7-437D-8172-122713B708AB}" srcOrd="1" destOrd="0" presId="urn:microsoft.com/office/officeart/2018/2/layout/IconVerticalSolidList"/>
    <dgm:cxn modelId="{90291998-AC3F-40D1-9522-33216D736478}" type="presParOf" srcId="{167EB8F2-F216-44C9-9C4C-D9F7609382E2}" destId="{E29114CC-10F0-4CE9-BD0A-F7853E817114}" srcOrd="2" destOrd="0" presId="urn:microsoft.com/office/officeart/2018/2/layout/IconVerticalSolidList"/>
    <dgm:cxn modelId="{58C930D3-B146-41E4-A859-901AC1E9EF90}" type="presParOf" srcId="{167EB8F2-F216-44C9-9C4C-D9F7609382E2}" destId="{3372AC16-B3C3-4692-B086-BF7B1761BC98}" srcOrd="3" destOrd="0" presId="urn:microsoft.com/office/officeart/2018/2/layout/IconVerticalSolidList"/>
    <dgm:cxn modelId="{EA66B0EF-E6EF-4797-AFD1-3B12AA912421}" type="presParOf" srcId="{AD277A52-47BC-49B8-B1F5-3138FB37A48D}" destId="{87D60EEF-688D-4FA5-9847-CCEEB0EA0B62}" srcOrd="3" destOrd="0" presId="urn:microsoft.com/office/officeart/2018/2/layout/IconVerticalSolidList"/>
    <dgm:cxn modelId="{B7DCD7F3-4D12-4D1B-AEC9-7B626EACA8EC}" type="presParOf" srcId="{AD277A52-47BC-49B8-B1F5-3138FB37A48D}" destId="{84BC9B4D-D21C-40D9-B851-747CE6D722B1}" srcOrd="4" destOrd="0" presId="urn:microsoft.com/office/officeart/2018/2/layout/IconVerticalSolidList"/>
    <dgm:cxn modelId="{8AA41306-ECF5-423B-A54F-2244E53365CF}" type="presParOf" srcId="{84BC9B4D-D21C-40D9-B851-747CE6D722B1}" destId="{8B0CE294-E8A7-4B01-94CC-D2AFF14B5A04}" srcOrd="0" destOrd="0" presId="urn:microsoft.com/office/officeart/2018/2/layout/IconVerticalSolidList"/>
    <dgm:cxn modelId="{84FC7A92-700E-4BE9-B451-25C9556E20A1}" type="presParOf" srcId="{84BC9B4D-D21C-40D9-B851-747CE6D722B1}" destId="{DD07B20D-6207-4D06-8EF9-1ABFE2AD6B11}" srcOrd="1" destOrd="0" presId="urn:microsoft.com/office/officeart/2018/2/layout/IconVerticalSolidList"/>
    <dgm:cxn modelId="{F6178F17-1D7F-419B-A1B0-A4257D5E6B1D}" type="presParOf" srcId="{84BC9B4D-D21C-40D9-B851-747CE6D722B1}" destId="{B006625F-0778-4C7D-90D1-0B1004BEEED0}" srcOrd="2" destOrd="0" presId="urn:microsoft.com/office/officeart/2018/2/layout/IconVerticalSolidList"/>
    <dgm:cxn modelId="{E4495AE0-E13F-434B-AE9F-48045A3DAE72}" type="presParOf" srcId="{84BC9B4D-D21C-40D9-B851-747CE6D722B1}" destId="{5ED4AB26-9F05-44E6-AFCA-A2837DFED0E8}" srcOrd="3" destOrd="0" presId="urn:microsoft.com/office/officeart/2018/2/layout/IconVerticalSolidList"/>
    <dgm:cxn modelId="{0EC35996-08F4-40DA-B465-C01C03D519FC}" type="presParOf" srcId="{84BC9B4D-D21C-40D9-B851-747CE6D722B1}" destId="{2B4B07F3-4287-4853-8C6A-35B5873DAF95}" srcOrd="4" destOrd="0" presId="urn:microsoft.com/office/officeart/2018/2/layout/IconVerticalSolidList"/>
    <dgm:cxn modelId="{6F536CC3-15CA-45A4-88CB-A24708AB2800}" type="presParOf" srcId="{AD277A52-47BC-49B8-B1F5-3138FB37A48D}" destId="{C6DD6F0D-4B5E-43DC-B6FA-7FE8F270A6EF}" srcOrd="5" destOrd="0" presId="urn:microsoft.com/office/officeart/2018/2/layout/IconVerticalSolidList"/>
    <dgm:cxn modelId="{F09F7629-7CED-40E8-9008-5470848C6F6B}" type="presParOf" srcId="{AD277A52-47BC-49B8-B1F5-3138FB37A48D}" destId="{BDA55873-C977-4E0B-827F-C421754F23E1}" srcOrd="6" destOrd="0" presId="urn:microsoft.com/office/officeart/2018/2/layout/IconVerticalSolidList"/>
    <dgm:cxn modelId="{FBB44050-750B-4B17-A5F1-1420AD7DD473}" type="presParOf" srcId="{BDA55873-C977-4E0B-827F-C421754F23E1}" destId="{6461997F-0957-4B08-82D2-E05FCF4E4562}" srcOrd="0" destOrd="0" presId="urn:microsoft.com/office/officeart/2018/2/layout/IconVerticalSolidList"/>
    <dgm:cxn modelId="{ABDA9598-7C19-4382-B4F7-856561BD3F6D}" type="presParOf" srcId="{BDA55873-C977-4E0B-827F-C421754F23E1}" destId="{6EB45EF0-9849-4BB7-886E-FDE16CBBE3AF}" srcOrd="1" destOrd="0" presId="urn:microsoft.com/office/officeart/2018/2/layout/IconVerticalSolidList"/>
    <dgm:cxn modelId="{25A86D1F-63D2-4F67-AA2E-0D99E5045E69}" type="presParOf" srcId="{BDA55873-C977-4E0B-827F-C421754F23E1}" destId="{4FFEADF2-FC13-45D5-BD74-6B1D84797CB7}" srcOrd="2" destOrd="0" presId="urn:microsoft.com/office/officeart/2018/2/layout/IconVerticalSolidList"/>
    <dgm:cxn modelId="{B526220D-4A4D-4984-80AA-2C73D4C7A677}" type="presParOf" srcId="{BDA55873-C977-4E0B-827F-C421754F23E1}" destId="{F02B72A1-0046-4F80-A18B-8E528F60EE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EF66CF-C1AB-4A74-936D-CBBF82B84012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E9AF3A0-429C-4056-8507-DA2884C6873C}">
      <dgm:prSet/>
      <dgm:spPr/>
      <dgm:t>
        <a:bodyPr/>
        <a:lstStyle/>
        <a:p>
          <a:r>
            <a:rPr lang="fr-FR"/>
            <a:t>📄 Document Loader </a:t>
          </a:r>
          <a:endParaRPr lang="en-US"/>
        </a:p>
      </dgm:t>
    </dgm:pt>
    <dgm:pt modelId="{858B8ED1-404F-488F-8428-F01781866A35}" type="parTrans" cxnId="{BF8B8016-34CC-400A-8387-E6176EA835E9}">
      <dgm:prSet/>
      <dgm:spPr/>
      <dgm:t>
        <a:bodyPr/>
        <a:lstStyle/>
        <a:p>
          <a:endParaRPr lang="en-US"/>
        </a:p>
      </dgm:t>
    </dgm:pt>
    <dgm:pt modelId="{E48395BE-73BE-48E6-A753-4504E433D997}" type="sibTrans" cxnId="{BF8B8016-34CC-400A-8387-E6176EA835E9}">
      <dgm:prSet/>
      <dgm:spPr/>
      <dgm:t>
        <a:bodyPr/>
        <a:lstStyle/>
        <a:p>
          <a:endParaRPr lang="en-US"/>
        </a:p>
      </dgm:t>
    </dgm:pt>
    <dgm:pt modelId="{70BCFEEB-7A51-4DF5-9C2A-0162C9B869C7}">
      <dgm:prSet/>
      <dgm:spPr/>
      <dgm:t>
        <a:bodyPr/>
        <a:lstStyle/>
        <a:p>
          <a:r>
            <a:rPr lang="fr-FR"/>
            <a:t>✂️ Text Splitter </a:t>
          </a:r>
          <a:endParaRPr lang="en-US"/>
        </a:p>
      </dgm:t>
    </dgm:pt>
    <dgm:pt modelId="{861119B8-86AA-4564-BD49-ADD42A0FA7CE}" type="parTrans" cxnId="{3283AFCD-E3E2-4636-B233-77C86211F9A6}">
      <dgm:prSet/>
      <dgm:spPr/>
      <dgm:t>
        <a:bodyPr/>
        <a:lstStyle/>
        <a:p>
          <a:endParaRPr lang="en-US"/>
        </a:p>
      </dgm:t>
    </dgm:pt>
    <dgm:pt modelId="{C4064D12-7088-43A1-B75A-841755DC8F34}" type="sibTrans" cxnId="{3283AFCD-E3E2-4636-B233-77C86211F9A6}">
      <dgm:prSet/>
      <dgm:spPr/>
      <dgm:t>
        <a:bodyPr/>
        <a:lstStyle/>
        <a:p>
          <a:endParaRPr lang="en-US"/>
        </a:p>
      </dgm:t>
    </dgm:pt>
    <dgm:pt modelId="{58EFB7D0-FE71-484E-802A-1F779D287EEF}">
      <dgm:prSet/>
      <dgm:spPr/>
      <dgm:t>
        <a:bodyPr/>
        <a:lstStyle/>
        <a:p>
          <a:r>
            <a:rPr lang="fr-FR"/>
            <a:t>🔍 Vector Store (FAISS) </a:t>
          </a:r>
          <a:endParaRPr lang="en-US"/>
        </a:p>
      </dgm:t>
    </dgm:pt>
    <dgm:pt modelId="{6D6C51D2-9DF3-4C05-8B44-D0233F6A53E6}" type="parTrans" cxnId="{442ADEC5-1511-4737-B6EF-516B13E6A25B}">
      <dgm:prSet/>
      <dgm:spPr/>
      <dgm:t>
        <a:bodyPr/>
        <a:lstStyle/>
        <a:p>
          <a:endParaRPr lang="en-US"/>
        </a:p>
      </dgm:t>
    </dgm:pt>
    <dgm:pt modelId="{5407B0C0-B57C-48A6-8560-02D0AD45502B}" type="sibTrans" cxnId="{442ADEC5-1511-4737-B6EF-516B13E6A25B}">
      <dgm:prSet/>
      <dgm:spPr/>
      <dgm:t>
        <a:bodyPr/>
        <a:lstStyle/>
        <a:p>
          <a:endParaRPr lang="en-US"/>
        </a:p>
      </dgm:t>
    </dgm:pt>
    <dgm:pt modelId="{8BCB78E2-CDEF-460D-B8B2-72248F4464F7}">
      <dgm:prSet/>
      <dgm:spPr/>
      <dgm:t>
        <a:bodyPr/>
        <a:lstStyle/>
        <a:p>
          <a:r>
            <a:rPr lang="fr-FR"/>
            <a:t>🤖</a:t>
          </a:r>
          <a:r>
            <a:rPr lang="en-US"/>
            <a:t> LLM (local GGUF models) </a:t>
          </a:r>
        </a:p>
      </dgm:t>
    </dgm:pt>
    <dgm:pt modelId="{4F1A90C8-E604-48B8-B64D-A30930A37469}" type="parTrans" cxnId="{F516CD55-24EC-4513-BB64-A3A0B51426F9}">
      <dgm:prSet/>
      <dgm:spPr/>
      <dgm:t>
        <a:bodyPr/>
        <a:lstStyle/>
        <a:p>
          <a:endParaRPr lang="en-US"/>
        </a:p>
      </dgm:t>
    </dgm:pt>
    <dgm:pt modelId="{18151628-E6B9-4F99-B361-0973B83F7D38}" type="sibTrans" cxnId="{F516CD55-24EC-4513-BB64-A3A0B51426F9}">
      <dgm:prSet/>
      <dgm:spPr/>
      <dgm:t>
        <a:bodyPr/>
        <a:lstStyle/>
        <a:p>
          <a:endParaRPr lang="en-US"/>
        </a:p>
      </dgm:t>
    </dgm:pt>
    <dgm:pt modelId="{676CCCA4-90C9-46F0-8455-5F66F45D1EE4}">
      <dgm:prSet/>
      <dgm:spPr/>
      <dgm:t>
        <a:bodyPr/>
        <a:lstStyle/>
        <a:p>
          <a:r>
            <a:rPr lang="fr-FR"/>
            <a:t>🔁 RAG chain </a:t>
          </a:r>
          <a:endParaRPr lang="en-US"/>
        </a:p>
      </dgm:t>
    </dgm:pt>
    <dgm:pt modelId="{5A2C804D-EF3D-4609-A64B-05BD1F233B64}" type="parTrans" cxnId="{784B6960-9DCF-4D2C-BA94-E724AD9C3E71}">
      <dgm:prSet/>
      <dgm:spPr/>
      <dgm:t>
        <a:bodyPr/>
        <a:lstStyle/>
        <a:p>
          <a:endParaRPr lang="en-US"/>
        </a:p>
      </dgm:t>
    </dgm:pt>
    <dgm:pt modelId="{463FE668-2F93-4D62-945C-35849990F314}" type="sibTrans" cxnId="{784B6960-9DCF-4D2C-BA94-E724AD9C3E71}">
      <dgm:prSet/>
      <dgm:spPr/>
      <dgm:t>
        <a:bodyPr/>
        <a:lstStyle/>
        <a:p>
          <a:endParaRPr lang="en-US"/>
        </a:p>
      </dgm:t>
    </dgm:pt>
    <dgm:pt modelId="{FA9A3BBC-BBAF-490D-AB31-213B77AD849A}" type="pres">
      <dgm:prSet presAssocID="{CFEF66CF-C1AB-4A74-936D-CBBF82B84012}" presName="vert0" presStyleCnt="0">
        <dgm:presLayoutVars>
          <dgm:dir/>
          <dgm:animOne val="branch"/>
          <dgm:animLvl val="lvl"/>
        </dgm:presLayoutVars>
      </dgm:prSet>
      <dgm:spPr/>
    </dgm:pt>
    <dgm:pt modelId="{9C90BE30-EF50-4A33-A4C6-3FE7D98014F4}" type="pres">
      <dgm:prSet presAssocID="{FE9AF3A0-429C-4056-8507-DA2884C6873C}" presName="thickLine" presStyleLbl="alignNode1" presStyleIdx="0" presStyleCnt="5"/>
      <dgm:spPr/>
    </dgm:pt>
    <dgm:pt modelId="{38AA6D92-480E-41EA-8DAF-85FF3909060C}" type="pres">
      <dgm:prSet presAssocID="{FE9AF3A0-429C-4056-8507-DA2884C6873C}" presName="horz1" presStyleCnt="0"/>
      <dgm:spPr/>
    </dgm:pt>
    <dgm:pt modelId="{A1266B95-225F-45E8-9A35-0D773482DED6}" type="pres">
      <dgm:prSet presAssocID="{FE9AF3A0-429C-4056-8507-DA2884C6873C}" presName="tx1" presStyleLbl="revTx" presStyleIdx="0" presStyleCnt="5"/>
      <dgm:spPr/>
    </dgm:pt>
    <dgm:pt modelId="{05661F75-2141-4D37-BAC8-E9C251668ECA}" type="pres">
      <dgm:prSet presAssocID="{FE9AF3A0-429C-4056-8507-DA2884C6873C}" presName="vert1" presStyleCnt="0"/>
      <dgm:spPr/>
    </dgm:pt>
    <dgm:pt modelId="{DEE71EC4-8D35-4E67-BB08-43987EF643E4}" type="pres">
      <dgm:prSet presAssocID="{70BCFEEB-7A51-4DF5-9C2A-0162C9B869C7}" presName="thickLine" presStyleLbl="alignNode1" presStyleIdx="1" presStyleCnt="5"/>
      <dgm:spPr/>
    </dgm:pt>
    <dgm:pt modelId="{2ACDA439-28E1-40EC-9AA9-0E3E3B8BAB9A}" type="pres">
      <dgm:prSet presAssocID="{70BCFEEB-7A51-4DF5-9C2A-0162C9B869C7}" presName="horz1" presStyleCnt="0"/>
      <dgm:spPr/>
    </dgm:pt>
    <dgm:pt modelId="{EEE7AB9C-EE24-46C7-827A-098ED80C9821}" type="pres">
      <dgm:prSet presAssocID="{70BCFEEB-7A51-4DF5-9C2A-0162C9B869C7}" presName="tx1" presStyleLbl="revTx" presStyleIdx="1" presStyleCnt="5"/>
      <dgm:spPr/>
    </dgm:pt>
    <dgm:pt modelId="{98E10285-193D-4392-B954-40CC20FFAB2B}" type="pres">
      <dgm:prSet presAssocID="{70BCFEEB-7A51-4DF5-9C2A-0162C9B869C7}" presName="vert1" presStyleCnt="0"/>
      <dgm:spPr/>
    </dgm:pt>
    <dgm:pt modelId="{3C5BC1EE-830B-4EA9-A9E5-7EDF1D49DCFB}" type="pres">
      <dgm:prSet presAssocID="{58EFB7D0-FE71-484E-802A-1F779D287EEF}" presName="thickLine" presStyleLbl="alignNode1" presStyleIdx="2" presStyleCnt="5"/>
      <dgm:spPr/>
    </dgm:pt>
    <dgm:pt modelId="{788065E6-E24F-429C-B8F0-F1D044087D66}" type="pres">
      <dgm:prSet presAssocID="{58EFB7D0-FE71-484E-802A-1F779D287EEF}" presName="horz1" presStyleCnt="0"/>
      <dgm:spPr/>
    </dgm:pt>
    <dgm:pt modelId="{3FC4E1F5-A572-47D1-9554-904F63D03180}" type="pres">
      <dgm:prSet presAssocID="{58EFB7D0-FE71-484E-802A-1F779D287EEF}" presName="tx1" presStyleLbl="revTx" presStyleIdx="2" presStyleCnt="5"/>
      <dgm:spPr/>
    </dgm:pt>
    <dgm:pt modelId="{C013CA85-8B39-4915-942B-A8098E23060D}" type="pres">
      <dgm:prSet presAssocID="{58EFB7D0-FE71-484E-802A-1F779D287EEF}" presName="vert1" presStyleCnt="0"/>
      <dgm:spPr/>
    </dgm:pt>
    <dgm:pt modelId="{CCED4E5C-8151-4B25-B492-5BB290386899}" type="pres">
      <dgm:prSet presAssocID="{8BCB78E2-CDEF-460D-B8B2-72248F4464F7}" presName="thickLine" presStyleLbl="alignNode1" presStyleIdx="3" presStyleCnt="5"/>
      <dgm:spPr/>
    </dgm:pt>
    <dgm:pt modelId="{D9FCF0FB-A9B2-4DC8-B714-C82A0FE115CE}" type="pres">
      <dgm:prSet presAssocID="{8BCB78E2-CDEF-460D-B8B2-72248F4464F7}" presName="horz1" presStyleCnt="0"/>
      <dgm:spPr/>
    </dgm:pt>
    <dgm:pt modelId="{7C37626F-E887-43A9-8749-88809CD55977}" type="pres">
      <dgm:prSet presAssocID="{8BCB78E2-CDEF-460D-B8B2-72248F4464F7}" presName="tx1" presStyleLbl="revTx" presStyleIdx="3" presStyleCnt="5"/>
      <dgm:spPr/>
    </dgm:pt>
    <dgm:pt modelId="{BFF106E5-F674-40BC-9C63-A371BC9F4C0F}" type="pres">
      <dgm:prSet presAssocID="{8BCB78E2-CDEF-460D-B8B2-72248F4464F7}" presName="vert1" presStyleCnt="0"/>
      <dgm:spPr/>
    </dgm:pt>
    <dgm:pt modelId="{686D9005-8234-43A4-85EC-42C4902F17F6}" type="pres">
      <dgm:prSet presAssocID="{676CCCA4-90C9-46F0-8455-5F66F45D1EE4}" presName="thickLine" presStyleLbl="alignNode1" presStyleIdx="4" presStyleCnt="5"/>
      <dgm:spPr/>
    </dgm:pt>
    <dgm:pt modelId="{FBE94B29-A099-4877-8644-7F8646320079}" type="pres">
      <dgm:prSet presAssocID="{676CCCA4-90C9-46F0-8455-5F66F45D1EE4}" presName="horz1" presStyleCnt="0"/>
      <dgm:spPr/>
    </dgm:pt>
    <dgm:pt modelId="{6CC53EBA-2F40-4069-9550-E5D7D43BBE09}" type="pres">
      <dgm:prSet presAssocID="{676CCCA4-90C9-46F0-8455-5F66F45D1EE4}" presName="tx1" presStyleLbl="revTx" presStyleIdx="4" presStyleCnt="5"/>
      <dgm:spPr/>
    </dgm:pt>
    <dgm:pt modelId="{B789DB08-6E6B-42DB-BD11-4FBB4F37C3BB}" type="pres">
      <dgm:prSet presAssocID="{676CCCA4-90C9-46F0-8455-5F66F45D1EE4}" presName="vert1" presStyleCnt="0"/>
      <dgm:spPr/>
    </dgm:pt>
  </dgm:ptLst>
  <dgm:cxnLst>
    <dgm:cxn modelId="{BF8B8016-34CC-400A-8387-E6176EA835E9}" srcId="{CFEF66CF-C1AB-4A74-936D-CBBF82B84012}" destId="{FE9AF3A0-429C-4056-8507-DA2884C6873C}" srcOrd="0" destOrd="0" parTransId="{858B8ED1-404F-488F-8428-F01781866A35}" sibTransId="{E48395BE-73BE-48E6-A753-4504E433D997}"/>
    <dgm:cxn modelId="{98218B1F-93AB-4F84-B379-C6D0E5ABB973}" type="presOf" srcId="{CFEF66CF-C1AB-4A74-936D-CBBF82B84012}" destId="{FA9A3BBC-BBAF-490D-AB31-213B77AD849A}" srcOrd="0" destOrd="0" presId="urn:microsoft.com/office/officeart/2008/layout/LinedList"/>
    <dgm:cxn modelId="{10F1F035-5843-46CB-B1DC-B3305A2809C0}" type="presOf" srcId="{70BCFEEB-7A51-4DF5-9C2A-0162C9B869C7}" destId="{EEE7AB9C-EE24-46C7-827A-098ED80C9821}" srcOrd="0" destOrd="0" presId="urn:microsoft.com/office/officeart/2008/layout/LinedList"/>
    <dgm:cxn modelId="{784B6960-9DCF-4D2C-BA94-E724AD9C3E71}" srcId="{CFEF66CF-C1AB-4A74-936D-CBBF82B84012}" destId="{676CCCA4-90C9-46F0-8455-5F66F45D1EE4}" srcOrd="4" destOrd="0" parTransId="{5A2C804D-EF3D-4609-A64B-05BD1F233B64}" sibTransId="{463FE668-2F93-4D62-945C-35849990F314}"/>
    <dgm:cxn modelId="{BB7BDC41-1ECF-4049-8F4D-85D9B0825099}" type="presOf" srcId="{676CCCA4-90C9-46F0-8455-5F66F45D1EE4}" destId="{6CC53EBA-2F40-4069-9550-E5D7D43BBE09}" srcOrd="0" destOrd="0" presId="urn:microsoft.com/office/officeart/2008/layout/LinedList"/>
    <dgm:cxn modelId="{F516CD55-24EC-4513-BB64-A3A0B51426F9}" srcId="{CFEF66CF-C1AB-4A74-936D-CBBF82B84012}" destId="{8BCB78E2-CDEF-460D-B8B2-72248F4464F7}" srcOrd="3" destOrd="0" parTransId="{4F1A90C8-E604-48B8-B64D-A30930A37469}" sibTransId="{18151628-E6B9-4F99-B361-0973B83F7D38}"/>
    <dgm:cxn modelId="{504AF189-2D3E-4E5F-A532-A06C9814EB8B}" type="presOf" srcId="{58EFB7D0-FE71-484E-802A-1F779D287EEF}" destId="{3FC4E1F5-A572-47D1-9554-904F63D03180}" srcOrd="0" destOrd="0" presId="urn:microsoft.com/office/officeart/2008/layout/LinedList"/>
    <dgm:cxn modelId="{99F90595-E71E-4E98-B58E-BC2263AC9DCD}" type="presOf" srcId="{8BCB78E2-CDEF-460D-B8B2-72248F4464F7}" destId="{7C37626F-E887-43A9-8749-88809CD55977}" srcOrd="0" destOrd="0" presId="urn:microsoft.com/office/officeart/2008/layout/LinedList"/>
    <dgm:cxn modelId="{442ADEC5-1511-4737-B6EF-516B13E6A25B}" srcId="{CFEF66CF-C1AB-4A74-936D-CBBF82B84012}" destId="{58EFB7D0-FE71-484E-802A-1F779D287EEF}" srcOrd="2" destOrd="0" parTransId="{6D6C51D2-9DF3-4C05-8B44-D0233F6A53E6}" sibTransId="{5407B0C0-B57C-48A6-8560-02D0AD45502B}"/>
    <dgm:cxn modelId="{3283AFCD-E3E2-4636-B233-77C86211F9A6}" srcId="{CFEF66CF-C1AB-4A74-936D-CBBF82B84012}" destId="{70BCFEEB-7A51-4DF5-9C2A-0162C9B869C7}" srcOrd="1" destOrd="0" parTransId="{861119B8-86AA-4564-BD49-ADD42A0FA7CE}" sibTransId="{C4064D12-7088-43A1-B75A-841755DC8F34}"/>
    <dgm:cxn modelId="{95123EFD-06C6-4C13-85A9-6565B9EBA741}" type="presOf" srcId="{FE9AF3A0-429C-4056-8507-DA2884C6873C}" destId="{A1266B95-225F-45E8-9A35-0D773482DED6}" srcOrd="0" destOrd="0" presId="urn:microsoft.com/office/officeart/2008/layout/LinedList"/>
    <dgm:cxn modelId="{72E03B04-742F-4155-B296-75435C784BFD}" type="presParOf" srcId="{FA9A3BBC-BBAF-490D-AB31-213B77AD849A}" destId="{9C90BE30-EF50-4A33-A4C6-3FE7D98014F4}" srcOrd="0" destOrd="0" presId="urn:microsoft.com/office/officeart/2008/layout/LinedList"/>
    <dgm:cxn modelId="{1BC9E78C-FDA6-468C-89CC-D9CDDBC2EBEB}" type="presParOf" srcId="{FA9A3BBC-BBAF-490D-AB31-213B77AD849A}" destId="{38AA6D92-480E-41EA-8DAF-85FF3909060C}" srcOrd="1" destOrd="0" presId="urn:microsoft.com/office/officeart/2008/layout/LinedList"/>
    <dgm:cxn modelId="{FBE03CCC-EC81-4670-A68B-999BA40F84EA}" type="presParOf" srcId="{38AA6D92-480E-41EA-8DAF-85FF3909060C}" destId="{A1266B95-225F-45E8-9A35-0D773482DED6}" srcOrd="0" destOrd="0" presId="urn:microsoft.com/office/officeart/2008/layout/LinedList"/>
    <dgm:cxn modelId="{382BF6E9-E5D7-41FF-8568-332951126E8C}" type="presParOf" srcId="{38AA6D92-480E-41EA-8DAF-85FF3909060C}" destId="{05661F75-2141-4D37-BAC8-E9C251668ECA}" srcOrd="1" destOrd="0" presId="urn:microsoft.com/office/officeart/2008/layout/LinedList"/>
    <dgm:cxn modelId="{954E23F9-6C39-4240-AA98-0098190AC554}" type="presParOf" srcId="{FA9A3BBC-BBAF-490D-AB31-213B77AD849A}" destId="{DEE71EC4-8D35-4E67-BB08-43987EF643E4}" srcOrd="2" destOrd="0" presId="urn:microsoft.com/office/officeart/2008/layout/LinedList"/>
    <dgm:cxn modelId="{970B30DA-DC84-4CC3-A540-9398C87B6145}" type="presParOf" srcId="{FA9A3BBC-BBAF-490D-AB31-213B77AD849A}" destId="{2ACDA439-28E1-40EC-9AA9-0E3E3B8BAB9A}" srcOrd="3" destOrd="0" presId="urn:microsoft.com/office/officeart/2008/layout/LinedList"/>
    <dgm:cxn modelId="{C5249D29-7EE9-4174-9415-7DD2DFB682D5}" type="presParOf" srcId="{2ACDA439-28E1-40EC-9AA9-0E3E3B8BAB9A}" destId="{EEE7AB9C-EE24-46C7-827A-098ED80C9821}" srcOrd="0" destOrd="0" presId="urn:microsoft.com/office/officeart/2008/layout/LinedList"/>
    <dgm:cxn modelId="{50E02544-7509-4EE1-8DFC-2D46F49E39EF}" type="presParOf" srcId="{2ACDA439-28E1-40EC-9AA9-0E3E3B8BAB9A}" destId="{98E10285-193D-4392-B954-40CC20FFAB2B}" srcOrd="1" destOrd="0" presId="urn:microsoft.com/office/officeart/2008/layout/LinedList"/>
    <dgm:cxn modelId="{79FDFAAE-58BA-44A3-A3D4-34829A98BACA}" type="presParOf" srcId="{FA9A3BBC-BBAF-490D-AB31-213B77AD849A}" destId="{3C5BC1EE-830B-4EA9-A9E5-7EDF1D49DCFB}" srcOrd="4" destOrd="0" presId="urn:microsoft.com/office/officeart/2008/layout/LinedList"/>
    <dgm:cxn modelId="{DABD0B19-9177-4128-8156-918E716B45EE}" type="presParOf" srcId="{FA9A3BBC-BBAF-490D-AB31-213B77AD849A}" destId="{788065E6-E24F-429C-B8F0-F1D044087D66}" srcOrd="5" destOrd="0" presId="urn:microsoft.com/office/officeart/2008/layout/LinedList"/>
    <dgm:cxn modelId="{ADC4C1A6-6D6C-42DE-B466-F4F1B9E92C00}" type="presParOf" srcId="{788065E6-E24F-429C-B8F0-F1D044087D66}" destId="{3FC4E1F5-A572-47D1-9554-904F63D03180}" srcOrd="0" destOrd="0" presId="urn:microsoft.com/office/officeart/2008/layout/LinedList"/>
    <dgm:cxn modelId="{7D5F615D-F35D-46D2-9C67-CFDCFA4F82E4}" type="presParOf" srcId="{788065E6-E24F-429C-B8F0-F1D044087D66}" destId="{C013CA85-8B39-4915-942B-A8098E23060D}" srcOrd="1" destOrd="0" presId="urn:microsoft.com/office/officeart/2008/layout/LinedList"/>
    <dgm:cxn modelId="{FDBA5CB9-7E0E-43E8-9220-4ABFB10018D7}" type="presParOf" srcId="{FA9A3BBC-BBAF-490D-AB31-213B77AD849A}" destId="{CCED4E5C-8151-4B25-B492-5BB290386899}" srcOrd="6" destOrd="0" presId="urn:microsoft.com/office/officeart/2008/layout/LinedList"/>
    <dgm:cxn modelId="{80A5870A-9A22-4C64-8E2E-F2EAD64F9E22}" type="presParOf" srcId="{FA9A3BBC-BBAF-490D-AB31-213B77AD849A}" destId="{D9FCF0FB-A9B2-4DC8-B714-C82A0FE115CE}" srcOrd="7" destOrd="0" presId="urn:microsoft.com/office/officeart/2008/layout/LinedList"/>
    <dgm:cxn modelId="{5BC73F45-238E-4547-A3B0-2977FF47E8BE}" type="presParOf" srcId="{D9FCF0FB-A9B2-4DC8-B714-C82A0FE115CE}" destId="{7C37626F-E887-43A9-8749-88809CD55977}" srcOrd="0" destOrd="0" presId="urn:microsoft.com/office/officeart/2008/layout/LinedList"/>
    <dgm:cxn modelId="{438C9EFA-5BBA-4F25-A10F-A8C623AF38F9}" type="presParOf" srcId="{D9FCF0FB-A9B2-4DC8-B714-C82A0FE115CE}" destId="{BFF106E5-F674-40BC-9C63-A371BC9F4C0F}" srcOrd="1" destOrd="0" presId="urn:microsoft.com/office/officeart/2008/layout/LinedList"/>
    <dgm:cxn modelId="{ECA02615-B7B3-4B76-80B8-49F93606D4F5}" type="presParOf" srcId="{FA9A3BBC-BBAF-490D-AB31-213B77AD849A}" destId="{686D9005-8234-43A4-85EC-42C4902F17F6}" srcOrd="8" destOrd="0" presId="urn:microsoft.com/office/officeart/2008/layout/LinedList"/>
    <dgm:cxn modelId="{92935EA1-250C-42F6-A1C3-6466F50C0DCB}" type="presParOf" srcId="{FA9A3BBC-BBAF-490D-AB31-213B77AD849A}" destId="{FBE94B29-A099-4877-8644-7F8646320079}" srcOrd="9" destOrd="0" presId="urn:microsoft.com/office/officeart/2008/layout/LinedList"/>
    <dgm:cxn modelId="{7D2ADFB0-7109-471C-9CBC-05BF27895345}" type="presParOf" srcId="{FBE94B29-A099-4877-8644-7F8646320079}" destId="{6CC53EBA-2F40-4069-9550-E5D7D43BBE09}" srcOrd="0" destOrd="0" presId="urn:microsoft.com/office/officeart/2008/layout/LinedList"/>
    <dgm:cxn modelId="{3B8649A4-6940-4F95-A081-8AC01679FDA3}" type="presParOf" srcId="{FBE94B29-A099-4877-8644-7F8646320079}" destId="{B789DB08-6E6B-42DB-BD11-4FBB4F37C3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19FC74E-8729-4053-B5A5-6701B174A963}" type="doc">
      <dgm:prSet loTypeId="urn:microsoft.com/office/officeart/2005/8/layout/vList5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602A0F0-7825-4E74-B2B2-1CAD60B91151}">
      <dgm:prSet/>
      <dgm:spPr/>
      <dgm:t>
        <a:bodyPr/>
        <a:lstStyle/>
        <a:p>
          <a:r>
            <a:rPr lang="fr-FR"/>
            <a:t>Mistral 7B </a:t>
          </a:r>
          <a:endParaRPr lang="en-US"/>
        </a:p>
      </dgm:t>
    </dgm:pt>
    <dgm:pt modelId="{2CC3C69E-C748-4C88-93AA-37603B8C71C1}" type="parTrans" cxnId="{0DBB0714-83F0-41A8-ABEC-9022092CE3E8}">
      <dgm:prSet/>
      <dgm:spPr/>
      <dgm:t>
        <a:bodyPr/>
        <a:lstStyle/>
        <a:p>
          <a:endParaRPr lang="en-US"/>
        </a:p>
      </dgm:t>
    </dgm:pt>
    <dgm:pt modelId="{6CB4A88E-C138-478D-BAD0-1873566EB202}" type="sibTrans" cxnId="{0DBB0714-83F0-41A8-ABEC-9022092CE3E8}">
      <dgm:prSet/>
      <dgm:spPr/>
      <dgm:t>
        <a:bodyPr/>
        <a:lstStyle/>
        <a:p>
          <a:endParaRPr lang="en-US"/>
        </a:p>
      </dgm:t>
    </dgm:pt>
    <dgm:pt modelId="{4BA5AF4B-79E2-4F4E-9914-4237A36A7494}">
      <dgm:prSet/>
      <dgm:spPr/>
      <dgm:t>
        <a:bodyPr/>
        <a:lstStyle/>
        <a:p>
          <a:r>
            <a:rPr lang="fr-FR"/>
            <a:t>TinyLlama 1.1B </a:t>
          </a:r>
          <a:endParaRPr lang="en-US"/>
        </a:p>
      </dgm:t>
    </dgm:pt>
    <dgm:pt modelId="{50C25A3F-1D9A-4A90-B244-3E7F6BA7B76D}" type="parTrans" cxnId="{86C5771F-80E7-45EA-ADE0-DD8E471B98A2}">
      <dgm:prSet/>
      <dgm:spPr/>
      <dgm:t>
        <a:bodyPr/>
        <a:lstStyle/>
        <a:p>
          <a:endParaRPr lang="en-US"/>
        </a:p>
      </dgm:t>
    </dgm:pt>
    <dgm:pt modelId="{016C9F12-3511-4BA2-98D0-4D2EAC72D4E0}" type="sibTrans" cxnId="{86C5771F-80E7-45EA-ADE0-DD8E471B98A2}">
      <dgm:prSet/>
      <dgm:spPr/>
      <dgm:t>
        <a:bodyPr/>
        <a:lstStyle/>
        <a:p>
          <a:endParaRPr lang="en-US"/>
        </a:p>
      </dgm:t>
    </dgm:pt>
    <dgm:pt modelId="{0EDEAF85-779E-4FA4-B1A8-BB1C83B3F0B8}">
      <dgm:prSet/>
      <dgm:spPr/>
      <dgm:t>
        <a:bodyPr/>
        <a:lstStyle/>
        <a:p>
          <a:r>
            <a:rPr lang="fr-FR"/>
            <a:t>Gemma 2B </a:t>
          </a:r>
          <a:endParaRPr lang="en-US"/>
        </a:p>
      </dgm:t>
    </dgm:pt>
    <dgm:pt modelId="{1F4239BC-186B-4524-8CC6-2F551C7341D5}" type="parTrans" cxnId="{B6FCFD05-671A-4E15-9D83-1DB9DCF342A8}">
      <dgm:prSet/>
      <dgm:spPr/>
      <dgm:t>
        <a:bodyPr/>
        <a:lstStyle/>
        <a:p>
          <a:endParaRPr lang="en-US"/>
        </a:p>
      </dgm:t>
    </dgm:pt>
    <dgm:pt modelId="{ADC1B949-84BE-4DA0-8D75-CDBC4F87CC88}" type="sibTrans" cxnId="{B6FCFD05-671A-4E15-9D83-1DB9DCF342A8}">
      <dgm:prSet/>
      <dgm:spPr/>
      <dgm:t>
        <a:bodyPr/>
        <a:lstStyle/>
        <a:p>
          <a:endParaRPr lang="en-US"/>
        </a:p>
      </dgm:t>
    </dgm:pt>
    <dgm:pt modelId="{BFEFF48B-F1BD-410E-9943-5DBC61A9EF14}">
      <dgm:prSet/>
      <dgm:spPr/>
      <dgm:t>
        <a:bodyPr/>
        <a:lstStyle/>
        <a:p>
          <a:r>
            <a:rPr lang="fr-FR"/>
            <a:t>Qwen 1.5B </a:t>
          </a:r>
          <a:endParaRPr lang="en-US"/>
        </a:p>
      </dgm:t>
    </dgm:pt>
    <dgm:pt modelId="{A86017DE-B9EE-4D15-8971-B773EA4129D1}" type="parTrans" cxnId="{898D09D6-B7D4-40B3-ACC4-B1885CE5ED0C}">
      <dgm:prSet/>
      <dgm:spPr/>
      <dgm:t>
        <a:bodyPr/>
        <a:lstStyle/>
        <a:p>
          <a:endParaRPr lang="en-US"/>
        </a:p>
      </dgm:t>
    </dgm:pt>
    <dgm:pt modelId="{CAF7BB8F-D118-43BA-9DC0-2297158CFCCB}" type="sibTrans" cxnId="{898D09D6-B7D4-40B3-ACC4-B1885CE5ED0C}">
      <dgm:prSet/>
      <dgm:spPr/>
      <dgm:t>
        <a:bodyPr/>
        <a:lstStyle/>
        <a:p>
          <a:endParaRPr lang="en-US"/>
        </a:p>
      </dgm:t>
    </dgm:pt>
    <dgm:pt modelId="{571783F4-E60E-447F-9121-E00731B6B010}">
      <dgm:prSet/>
      <dgm:spPr/>
      <dgm:t>
        <a:bodyPr/>
        <a:lstStyle/>
        <a:p>
          <a:r>
            <a:rPr lang="fr-FR"/>
            <a:t>Phi-3 mini </a:t>
          </a:r>
          <a:endParaRPr lang="en-US"/>
        </a:p>
      </dgm:t>
    </dgm:pt>
    <dgm:pt modelId="{1335FE6E-FFF1-47FD-A58B-5666FBC3FE1C}" type="parTrans" cxnId="{DF5E3818-78AB-439A-8C60-CDBD5A67BE44}">
      <dgm:prSet/>
      <dgm:spPr/>
      <dgm:t>
        <a:bodyPr/>
        <a:lstStyle/>
        <a:p>
          <a:endParaRPr lang="en-US"/>
        </a:p>
      </dgm:t>
    </dgm:pt>
    <dgm:pt modelId="{E2822731-96D3-4D97-9963-C4FC9C25F3DF}" type="sibTrans" cxnId="{DF5E3818-78AB-439A-8C60-CDBD5A67BE44}">
      <dgm:prSet/>
      <dgm:spPr/>
      <dgm:t>
        <a:bodyPr/>
        <a:lstStyle/>
        <a:p>
          <a:endParaRPr lang="en-US"/>
        </a:p>
      </dgm:t>
    </dgm:pt>
    <dgm:pt modelId="{B5553AAA-C31C-45B4-9130-916280B8C830}" type="pres">
      <dgm:prSet presAssocID="{A19FC74E-8729-4053-B5A5-6701B174A963}" presName="Name0" presStyleCnt="0">
        <dgm:presLayoutVars>
          <dgm:dir/>
          <dgm:animLvl val="lvl"/>
          <dgm:resizeHandles val="exact"/>
        </dgm:presLayoutVars>
      </dgm:prSet>
      <dgm:spPr/>
    </dgm:pt>
    <dgm:pt modelId="{1FA9C2CA-CC96-4841-8451-78F4582271D8}" type="pres">
      <dgm:prSet presAssocID="{7602A0F0-7825-4E74-B2B2-1CAD60B91151}" presName="linNode" presStyleCnt="0"/>
      <dgm:spPr/>
    </dgm:pt>
    <dgm:pt modelId="{C3A46F57-1743-425B-A77F-BA1F786D2F44}" type="pres">
      <dgm:prSet presAssocID="{7602A0F0-7825-4E74-B2B2-1CAD60B91151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A1E848EE-4526-4A62-9380-6E8E8E578F8E}" type="pres">
      <dgm:prSet presAssocID="{6CB4A88E-C138-478D-BAD0-1873566EB202}" presName="sp" presStyleCnt="0"/>
      <dgm:spPr/>
    </dgm:pt>
    <dgm:pt modelId="{1622AA63-8F59-4F68-860A-4447B45F6FA1}" type="pres">
      <dgm:prSet presAssocID="{4BA5AF4B-79E2-4F4E-9914-4237A36A7494}" presName="linNode" presStyleCnt="0"/>
      <dgm:spPr/>
    </dgm:pt>
    <dgm:pt modelId="{BDD0366D-9678-4E6A-9CEE-9529A9CFC3C7}" type="pres">
      <dgm:prSet presAssocID="{4BA5AF4B-79E2-4F4E-9914-4237A36A7494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0E7FB904-73B3-46A6-B32D-EEC7D8B99710}" type="pres">
      <dgm:prSet presAssocID="{016C9F12-3511-4BA2-98D0-4D2EAC72D4E0}" presName="sp" presStyleCnt="0"/>
      <dgm:spPr/>
    </dgm:pt>
    <dgm:pt modelId="{163D3314-876E-4429-A09D-AD1FD9FCA0E5}" type="pres">
      <dgm:prSet presAssocID="{0EDEAF85-779E-4FA4-B1A8-BB1C83B3F0B8}" presName="linNode" presStyleCnt="0"/>
      <dgm:spPr/>
    </dgm:pt>
    <dgm:pt modelId="{3883D6A3-F9A7-4C5E-B024-6C5F2BFCE29D}" type="pres">
      <dgm:prSet presAssocID="{0EDEAF85-779E-4FA4-B1A8-BB1C83B3F0B8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BC59600-E435-4DBD-B446-06650262152D}" type="pres">
      <dgm:prSet presAssocID="{ADC1B949-84BE-4DA0-8D75-CDBC4F87CC88}" presName="sp" presStyleCnt="0"/>
      <dgm:spPr/>
    </dgm:pt>
    <dgm:pt modelId="{926EAC29-7D68-41F4-89DD-2E9A514F0111}" type="pres">
      <dgm:prSet presAssocID="{BFEFF48B-F1BD-410E-9943-5DBC61A9EF14}" presName="linNode" presStyleCnt="0"/>
      <dgm:spPr/>
    </dgm:pt>
    <dgm:pt modelId="{CC7A1B05-A7CF-400D-8E4A-5E161B60C0CC}" type="pres">
      <dgm:prSet presAssocID="{BFEFF48B-F1BD-410E-9943-5DBC61A9EF14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0577A238-2024-401F-ACA7-19C0F18B6E06}" type="pres">
      <dgm:prSet presAssocID="{CAF7BB8F-D118-43BA-9DC0-2297158CFCCB}" presName="sp" presStyleCnt="0"/>
      <dgm:spPr/>
    </dgm:pt>
    <dgm:pt modelId="{3D74C36A-43C4-454A-B34C-D2661A1D09A5}" type="pres">
      <dgm:prSet presAssocID="{571783F4-E60E-447F-9121-E00731B6B010}" presName="linNode" presStyleCnt="0"/>
      <dgm:spPr/>
    </dgm:pt>
    <dgm:pt modelId="{C48FE6F6-1848-4343-A166-7414AD19DCF0}" type="pres">
      <dgm:prSet presAssocID="{571783F4-E60E-447F-9121-E00731B6B010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B6FCFD05-671A-4E15-9D83-1DB9DCF342A8}" srcId="{A19FC74E-8729-4053-B5A5-6701B174A963}" destId="{0EDEAF85-779E-4FA4-B1A8-BB1C83B3F0B8}" srcOrd="2" destOrd="0" parTransId="{1F4239BC-186B-4524-8CC6-2F551C7341D5}" sibTransId="{ADC1B949-84BE-4DA0-8D75-CDBC4F87CC88}"/>
    <dgm:cxn modelId="{0DBB0714-83F0-41A8-ABEC-9022092CE3E8}" srcId="{A19FC74E-8729-4053-B5A5-6701B174A963}" destId="{7602A0F0-7825-4E74-B2B2-1CAD60B91151}" srcOrd="0" destOrd="0" parTransId="{2CC3C69E-C748-4C88-93AA-37603B8C71C1}" sibTransId="{6CB4A88E-C138-478D-BAD0-1873566EB202}"/>
    <dgm:cxn modelId="{DF5E3818-78AB-439A-8C60-CDBD5A67BE44}" srcId="{A19FC74E-8729-4053-B5A5-6701B174A963}" destId="{571783F4-E60E-447F-9121-E00731B6B010}" srcOrd="4" destOrd="0" parTransId="{1335FE6E-FFF1-47FD-A58B-5666FBC3FE1C}" sibTransId="{E2822731-96D3-4D97-9963-C4FC9C25F3DF}"/>
    <dgm:cxn modelId="{9CBA1E1A-81EF-40B8-9C7D-B53D1444B822}" type="presOf" srcId="{A19FC74E-8729-4053-B5A5-6701B174A963}" destId="{B5553AAA-C31C-45B4-9130-916280B8C830}" srcOrd="0" destOrd="0" presId="urn:microsoft.com/office/officeart/2005/8/layout/vList5"/>
    <dgm:cxn modelId="{86C5771F-80E7-45EA-ADE0-DD8E471B98A2}" srcId="{A19FC74E-8729-4053-B5A5-6701B174A963}" destId="{4BA5AF4B-79E2-4F4E-9914-4237A36A7494}" srcOrd="1" destOrd="0" parTransId="{50C25A3F-1D9A-4A90-B244-3E7F6BA7B76D}" sibTransId="{016C9F12-3511-4BA2-98D0-4D2EAC72D4E0}"/>
    <dgm:cxn modelId="{5B822F44-FA99-4094-A1C7-018F885CB013}" type="presOf" srcId="{BFEFF48B-F1BD-410E-9943-5DBC61A9EF14}" destId="{CC7A1B05-A7CF-400D-8E4A-5E161B60C0CC}" srcOrd="0" destOrd="0" presId="urn:microsoft.com/office/officeart/2005/8/layout/vList5"/>
    <dgm:cxn modelId="{630EBA67-99C2-4A6C-A991-6380DCEFAEEC}" type="presOf" srcId="{7602A0F0-7825-4E74-B2B2-1CAD60B91151}" destId="{C3A46F57-1743-425B-A77F-BA1F786D2F44}" srcOrd="0" destOrd="0" presId="urn:microsoft.com/office/officeart/2005/8/layout/vList5"/>
    <dgm:cxn modelId="{7BC83592-A89E-4C8F-A664-AEDAC047CE0C}" type="presOf" srcId="{4BA5AF4B-79E2-4F4E-9914-4237A36A7494}" destId="{BDD0366D-9678-4E6A-9CEE-9529A9CFC3C7}" srcOrd="0" destOrd="0" presId="urn:microsoft.com/office/officeart/2005/8/layout/vList5"/>
    <dgm:cxn modelId="{7A337E9E-FC88-4FAE-B612-2E3F1C8211DD}" type="presOf" srcId="{0EDEAF85-779E-4FA4-B1A8-BB1C83B3F0B8}" destId="{3883D6A3-F9A7-4C5E-B024-6C5F2BFCE29D}" srcOrd="0" destOrd="0" presId="urn:microsoft.com/office/officeart/2005/8/layout/vList5"/>
    <dgm:cxn modelId="{898D09D6-B7D4-40B3-ACC4-B1885CE5ED0C}" srcId="{A19FC74E-8729-4053-B5A5-6701B174A963}" destId="{BFEFF48B-F1BD-410E-9943-5DBC61A9EF14}" srcOrd="3" destOrd="0" parTransId="{A86017DE-B9EE-4D15-8971-B773EA4129D1}" sibTransId="{CAF7BB8F-D118-43BA-9DC0-2297158CFCCB}"/>
    <dgm:cxn modelId="{2C006BEB-930D-49C8-AF3E-E38D7D534CFD}" type="presOf" srcId="{571783F4-E60E-447F-9121-E00731B6B010}" destId="{C48FE6F6-1848-4343-A166-7414AD19DCF0}" srcOrd="0" destOrd="0" presId="urn:microsoft.com/office/officeart/2005/8/layout/vList5"/>
    <dgm:cxn modelId="{44DB2D2E-2B7C-4D37-A227-B68A23BCDD4D}" type="presParOf" srcId="{B5553AAA-C31C-45B4-9130-916280B8C830}" destId="{1FA9C2CA-CC96-4841-8451-78F4582271D8}" srcOrd="0" destOrd="0" presId="urn:microsoft.com/office/officeart/2005/8/layout/vList5"/>
    <dgm:cxn modelId="{BC15644C-38E8-4283-B793-FC5C480F460B}" type="presParOf" srcId="{1FA9C2CA-CC96-4841-8451-78F4582271D8}" destId="{C3A46F57-1743-425B-A77F-BA1F786D2F44}" srcOrd="0" destOrd="0" presId="urn:microsoft.com/office/officeart/2005/8/layout/vList5"/>
    <dgm:cxn modelId="{D7D3AC4F-857D-4510-A7C0-19E3FC95C8FA}" type="presParOf" srcId="{B5553AAA-C31C-45B4-9130-916280B8C830}" destId="{A1E848EE-4526-4A62-9380-6E8E8E578F8E}" srcOrd="1" destOrd="0" presId="urn:microsoft.com/office/officeart/2005/8/layout/vList5"/>
    <dgm:cxn modelId="{D055CAB7-C647-4078-B3CF-16B4F316AF38}" type="presParOf" srcId="{B5553AAA-C31C-45B4-9130-916280B8C830}" destId="{1622AA63-8F59-4F68-860A-4447B45F6FA1}" srcOrd="2" destOrd="0" presId="urn:microsoft.com/office/officeart/2005/8/layout/vList5"/>
    <dgm:cxn modelId="{F3FF1F25-06B9-4DD4-9D2D-12D852E3B948}" type="presParOf" srcId="{1622AA63-8F59-4F68-860A-4447B45F6FA1}" destId="{BDD0366D-9678-4E6A-9CEE-9529A9CFC3C7}" srcOrd="0" destOrd="0" presId="urn:microsoft.com/office/officeart/2005/8/layout/vList5"/>
    <dgm:cxn modelId="{723FCBED-E8C6-4830-BBA8-6CDB3B428507}" type="presParOf" srcId="{B5553AAA-C31C-45B4-9130-916280B8C830}" destId="{0E7FB904-73B3-46A6-B32D-EEC7D8B99710}" srcOrd="3" destOrd="0" presId="urn:microsoft.com/office/officeart/2005/8/layout/vList5"/>
    <dgm:cxn modelId="{342EA880-906D-4746-8C35-E53DCAF58313}" type="presParOf" srcId="{B5553AAA-C31C-45B4-9130-916280B8C830}" destId="{163D3314-876E-4429-A09D-AD1FD9FCA0E5}" srcOrd="4" destOrd="0" presId="urn:microsoft.com/office/officeart/2005/8/layout/vList5"/>
    <dgm:cxn modelId="{F9D1A5A4-48B6-4B95-810A-B588D5428A50}" type="presParOf" srcId="{163D3314-876E-4429-A09D-AD1FD9FCA0E5}" destId="{3883D6A3-F9A7-4C5E-B024-6C5F2BFCE29D}" srcOrd="0" destOrd="0" presId="urn:microsoft.com/office/officeart/2005/8/layout/vList5"/>
    <dgm:cxn modelId="{B5961EC3-AE17-4857-88F6-DDE20654490A}" type="presParOf" srcId="{B5553AAA-C31C-45B4-9130-916280B8C830}" destId="{BBC59600-E435-4DBD-B446-06650262152D}" srcOrd="5" destOrd="0" presId="urn:microsoft.com/office/officeart/2005/8/layout/vList5"/>
    <dgm:cxn modelId="{57252BD3-F81A-47D8-9A11-F09E0A118E71}" type="presParOf" srcId="{B5553AAA-C31C-45B4-9130-916280B8C830}" destId="{926EAC29-7D68-41F4-89DD-2E9A514F0111}" srcOrd="6" destOrd="0" presId="urn:microsoft.com/office/officeart/2005/8/layout/vList5"/>
    <dgm:cxn modelId="{642975CD-96BE-40FB-AC1F-0C362B895D81}" type="presParOf" srcId="{926EAC29-7D68-41F4-89DD-2E9A514F0111}" destId="{CC7A1B05-A7CF-400D-8E4A-5E161B60C0CC}" srcOrd="0" destOrd="0" presId="urn:microsoft.com/office/officeart/2005/8/layout/vList5"/>
    <dgm:cxn modelId="{FD043BC2-D566-4E4A-BBD7-FA84A54650FA}" type="presParOf" srcId="{B5553AAA-C31C-45B4-9130-916280B8C830}" destId="{0577A238-2024-401F-ACA7-19C0F18B6E06}" srcOrd="7" destOrd="0" presId="urn:microsoft.com/office/officeart/2005/8/layout/vList5"/>
    <dgm:cxn modelId="{7DEC9D25-C8AC-4311-9D96-7F1E6802BC65}" type="presParOf" srcId="{B5553AAA-C31C-45B4-9130-916280B8C830}" destId="{3D74C36A-43C4-454A-B34C-D2661A1D09A5}" srcOrd="8" destOrd="0" presId="urn:microsoft.com/office/officeart/2005/8/layout/vList5"/>
    <dgm:cxn modelId="{456719D7-2821-4ED5-B54A-34D1113130BD}" type="presParOf" srcId="{3D74C36A-43C4-454A-B34C-D2661A1D09A5}" destId="{C48FE6F6-1848-4343-A166-7414AD19DCF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CD9348B-CE97-4449-A07A-58270D82BE3F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BCC8E88-7FD1-4C1C-AA1A-50CB7C786C09}">
      <dgm:prSet/>
      <dgm:spPr/>
      <dgm:t>
        <a:bodyPr/>
        <a:lstStyle/>
        <a:p>
          <a:r>
            <a:rPr lang="fr-FR"/>
            <a:t>4 papers: </a:t>
          </a:r>
          <a:endParaRPr lang="en-US"/>
        </a:p>
      </dgm:t>
    </dgm:pt>
    <dgm:pt modelId="{6B688B2A-9A6D-4466-9905-04720726379E}" type="parTrans" cxnId="{6F61594B-E690-4196-8D38-5992AD5FB58A}">
      <dgm:prSet/>
      <dgm:spPr/>
      <dgm:t>
        <a:bodyPr/>
        <a:lstStyle/>
        <a:p>
          <a:endParaRPr lang="en-US"/>
        </a:p>
      </dgm:t>
    </dgm:pt>
    <dgm:pt modelId="{3BC0FEBC-0CFF-4BEE-8F50-BC4194AE2E3D}" type="sibTrans" cxnId="{6F61594B-E690-4196-8D38-5992AD5FB58A}">
      <dgm:prSet/>
      <dgm:spPr/>
      <dgm:t>
        <a:bodyPr/>
        <a:lstStyle/>
        <a:p>
          <a:endParaRPr lang="en-US"/>
        </a:p>
      </dgm:t>
    </dgm:pt>
    <dgm:pt modelId="{6532B06B-D31C-4F34-88AF-77FA151F0E68}">
      <dgm:prSet/>
      <dgm:spPr/>
      <dgm:t>
        <a:bodyPr/>
        <a:lstStyle/>
        <a:p>
          <a:r>
            <a:rPr lang="fr-FR"/>
            <a:t>EigenGAN </a:t>
          </a:r>
          <a:endParaRPr lang="en-US"/>
        </a:p>
      </dgm:t>
    </dgm:pt>
    <dgm:pt modelId="{6B7A0EC8-FA70-4B76-82AE-4A8AA93E6F3E}" type="parTrans" cxnId="{084CE1FA-0417-443D-8C6B-64B8648D7152}">
      <dgm:prSet/>
      <dgm:spPr/>
      <dgm:t>
        <a:bodyPr/>
        <a:lstStyle/>
        <a:p>
          <a:endParaRPr lang="en-US"/>
        </a:p>
      </dgm:t>
    </dgm:pt>
    <dgm:pt modelId="{07E5C554-4681-4B4F-A6EB-F5536175CBC1}" type="sibTrans" cxnId="{084CE1FA-0417-443D-8C6B-64B8648D7152}">
      <dgm:prSet/>
      <dgm:spPr/>
      <dgm:t>
        <a:bodyPr/>
        <a:lstStyle/>
        <a:p>
          <a:endParaRPr lang="en-US"/>
        </a:p>
      </dgm:t>
    </dgm:pt>
    <dgm:pt modelId="{2C5E08BF-FEA3-46FC-92F4-A329AF6B94FD}">
      <dgm:prSet/>
      <dgm:spPr/>
      <dgm:t>
        <a:bodyPr/>
        <a:lstStyle/>
        <a:p>
          <a:r>
            <a:rPr lang="fr-FR"/>
            <a:t>MFGAN </a:t>
          </a:r>
          <a:endParaRPr lang="en-US"/>
        </a:p>
      </dgm:t>
    </dgm:pt>
    <dgm:pt modelId="{C53002CD-B727-47E0-8C5C-999104450EEC}" type="parTrans" cxnId="{CA21E15F-E78A-4054-B29A-0DDE6C3CD4D5}">
      <dgm:prSet/>
      <dgm:spPr/>
      <dgm:t>
        <a:bodyPr/>
        <a:lstStyle/>
        <a:p>
          <a:endParaRPr lang="en-US"/>
        </a:p>
      </dgm:t>
    </dgm:pt>
    <dgm:pt modelId="{9E449BB9-E78E-4947-8D31-11A2A7947BF0}" type="sibTrans" cxnId="{CA21E15F-E78A-4054-B29A-0DDE6C3CD4D5}">
      <dgm:prSet/>
      <dgm:spPr/>
      <dgm:t>
        <a:bodyPr/>
        <a:lstStyle/>
        <a:p>
          <a:endParaRPr lang="en-US"/>
        </a:p>
      </dgm:t>
    </dgm:pt>
    <dgm:pt modelId="{CEB8BE4B-94E2-4240-BADD-A63AE2A4439B}">
      <dgm:prSet/>
      <dgm:spPr/>
      <dgm:t>
        <a:bodyPr/>
        <a:lstStyle/>
        <a:p>
          <a:r>
            <a:rPr lang="fr-FR"/>
            <a:t>CMGAN </a:t>
          </a:r>
          <a:endParaRPr lang="en-US"/>
        </a:p>
      </dgm:t>
    </dgm:pt>
    <dgm:pt modelId="{68113879-6944-4B8D-919C-5F10F437B741}" type="parTrans" cxnId="{8DE2D1F9-B6C5-4377-98BC-FBCD324264F4}">
      <dgm:prSet/>
      <dgm:spPr/>
      <dgm:t>
        <a:bodyPr/>
        <a:lstStyle/>
        <a:p>
          <a:endParaRPr lang="en-US"/>
        </a:p>
      </dgm:t>
    </dgm:pt>
    <dgm:pt modelId="{FF7AD547-D4E5-4A4B-AFF7-E6E0A25DE93F}" type="sibTrans" cxnId="{8DE2D1F9-B6C5-4377-98BC-FBCD324264F4}">
      <dgm:prSet/>
      <dgm:spPr/>
      <dgm:t>
        <a:bodyPr/>
        <a:lstStyle/>
        <a:p>
          <a:endParaRPr lang="en-US"/>
        </a:p>
      </dgm:t>
    </dgm:pt>
    <dgm:pt modelId="{14043F29-68FB-403A-82A5-8571F67789BA}">
      <dgm:prSet/>
      <dgm:spPr/>
      <dgm:t>
        <a:bodyPr/>
        <a:lstStyle/>
        <a:p>
          <a:r>
            <a:rPr lang="fr-FR"/>
            <a:t>Ontology Depth </a:t>
          </a:r>
          <a:endParaRPr lang="en-US"/>
        </a:p>
      </dgm:t>
    </dgm:pt>
    <dgm:pt modelId="{ED62CC7B-B51A-4301-B3CE-BE98B93D026B}" type="parTrans" cxnId="{31FDAA9F-0B29-47AB-8220-D1A6368C21A8}">
      <dgm:prSet/>
      <dgm:spPr/>
      <dgm:t>
        <a:bodyPr/>
        <a:lstStyle/>
        <a:p>
          <a:endParaRPr lang="en-US"/>
        </a:p>
      </dgm:t>
    </dgm:pt>
    <dgm:pt modelId="{CB22329E-B79F-4D1B-A4A6-19092A7FF82B}" type="sibTrans" cxnId="{31FDAA9F-0B29-47AB-8220-D1A6368C21A8}">
      <dgm:prSet/>
      <dgm:spPr/>
      <dgm:t>
        <a:bodyPr/>
        <a:lstStyle/>
        <a:p>
          <a:endParaRPr lang="en-US"/>
        </a:p>
      </dgm:t>
    </dgm:pt>
    <dgm:pt modelId="{516C8261-D122-4005-899E-AE8F4AE62F50}">
      <dgm:prSet/>
      <dgm:spPr/>
      <dgm:t>
        <a:bodyPr/>
        <a:lstStyle/>
        <a:p>
          <a:r>
            <a:rPr lang="fr-FR"/>
            <a:t>Each: </a:t>
          </a:r>
          <a:endParaRPr lang="en-US"/>
        </a:p>
      </dgm:t>
    </dgm:pt>
    <dgm:pt modelId="{31375E36-0E3D-467D-949E-5C57AB670DBE}" type="parTrans" cxnId="{10E6AD84-DD4D-4634-8FD5-E64809793F8E}">
      <dgm:prSet/>
      <dgm:spPr/>
      <dgm:t>
        <a:bodyPr/>
        <a:lstStyle/>
        <a:p>
          <a:endParaRPr lang="en-US"/>
        </a:p>
      </dgm:t>
    </dgm:pt>
    <dgm:pt modelId="{CCF8AF31-8B7C-41FA-A7C8-168950B274C5}" type="sibTrans" cxnId="{10E6AD84-DD4D-4634-8FD5-E64809793F8E}">
      <dgm:prSet/>
      <dgm:spPr/>
      <dgm:t>
        <a:bodyPr/>
        <a:lstStyle/>
        <a:p>
          <a:endParaRPr lang="en-US"/>
        </a:p>
      </dgm:t>
    </dgm:pt>
    <dgm:pt modelId="{1073FAFE-188B-4518-921D-788E1EAA71DF}">
      <dgm:prSet/>
      <dgm:spPr/>
      <dgm:t>
        <a:bodyPr/>
        <a:lstStyle/>
        <a:p>
          <a:r>
            <a:rPr lang="fr-FR"/>
            <a:t>Questions </a:t>
          </a:r>
          <a:endParaRPr lang="en-US"/>
        </a:p>
      </dgm:t>
    </dgm:pt>
    <dgm:pt modelId="{81875E5B-DE33-4E22-955A-0DBB7EA55670}" type="parTrans" cxnId="{05E3EFDC-3D5D-4F61-BCD0-72320AF71A82}">
      <dgm:prSet/>
      <dgm:spPr/>
      <dgm:t>
        <a:bodyPr/>
        <a:lstStyle/>
        <a:p>
          <a:endParaRPr lang="en-US"/>
        </a:p>
      </dgm:t>
    </dgm:pt>
    <dgm:pt modelId="{2A1D4BC4-B1C4-4C2E-B281-482AD11CD1BE}" type="sibTrans" cxnId="{05E3EFDC-3D5D-4F61-BCD0-72320AF71A82}">
      <dgm:prSet/>
      <dgm:spPr/>
      <dgm:t>
        <a:bodyPr/>
        <a:lstStyle/>
        <a:p>
          <a:endParaRPr lang="en-US"/>
        </a:p>
      </dgm:t>
    </dgm:pt>
    <dgm:pt modelId="{0306362B-B75D-4F90-8BA7-E75506CD4265}">
      <dgm:prSet/>
      <dgm:spPr/>
      <dgm:t>
        <a:bodyPr/>
        <a:lstStyle/>
        <a:p>
          <a:r>
            <a:rPr lang="fr-FR"/>
            <a:t>Ground-truth keywords </a:t>
          </a:r>
          <a:endParaRPr lang="en-US"/>
        </a:p>
      </dgm:t>
    </dgm:pt>
    <dgm:pt modelId="{3455918F-9135-4131-A9C8-CCFC28552948}" type="parTrans" cxnId="{9DD073F3-B5D6-4EE7-AFC2-5FA374CCEEAC}">
      <dgm:prSet/>
      <dgm:spPr/>
      <dgm:t>
        <a:bodyPr/>
        <a:lstStyle/>
        <a:p>
          <a:endParaRPr lang="en-US"/>
        </a:p>
      </dgm:t>
    </dgm:pt>
    <dgm:pt modelId="{25576257-6548-482F-B665-D74F2E407728}" type="sibTrans" cxnId="{9DD073F3-B5D6-4EE7-AFC2-5FA374CCEEAC}">
      <dgm:prSet/>
      <dgm:spPr/>
      <dgm:t>
        <a:bodyPr/>
        <a:lstStyle/>
        <a:p>
          <a:endParaRPr lang="en-US"/>
        </a:p>
      </dgm:t>
    </dgm:pt>
    <dgm:pt modelId="{294C77BD-108C-44A6-ADA0-1FDF4EF38A46}">
      <dgm:prSet/>
      <dgm:spPr/>
      <dgm:t>
        <a:bodyPr/>
        <a:lstStyle/>
        <a:p>
          <a:r>
            <a:rPr lang="en-US"/>
            <a:t>“We designed structured evaluation queries with semantic ground truth.”</a:t>
          </a:r>
        </a:p>
      </dgm:t>
    </dgm:pt>
    <dgm:pt modelId="{5109B228-0D4E-469F-BA2D-FB99A2252590}" type="parTrans" cxnId="{E5A71B85-4EF4-44B4-93D7-5D125D15364D}">
      <dgm:prSet/>
      <dgm:spPr/>
      <dgm:t>
        <a:bodyPr/>
        <a:lstStyle/>
        <a:p>
          <a:endParaRPr lang="en-US"/>
        </a:p>
      </dgm:t>
    </dgm:pt>
    <dgm:pt modelId="{9BD043FC-573A-48B7-9BB9-E205E0B7ABDF}" type="sibTrans" cxnId="{E5A71B85-4EF4-44B4-93D7-5D125D15364D}">
      <dgm:prSet/>
      <dgm:spPr/>
      <dgm:t>
        <a:bodyPr/>
        <a:lstStyle/>
        <a:p>
          <a:endParaRPr lang="en-US"/>
        </a:p>
      </dgm:t>
    </dgm:pt>
    <dgm:pt modelId="{68548567-B634-41BB-B0DE-691B91316353}" type="pres">
      <dgm:prSet presAssocID="{FCD9348B-CE97-4449-A07A-58270D82BE3F}" presName="Name0" presStyleCnt="0">
        <dgm:presLayoutVars>
          <dgm:dir/>
          <dgm:animLvl val="lvl"/>
          <dgm:resizeHandles val="exact"/>
        </dgm:presLayoutVars>
      </dgm:prSet>
      <dgm:spPr/>
    </dgm:pt>
    <dgm:pt modelId="{840D28D5-4A39-4A6E-8DB0-488B0CF490D9}" type="pres">
      <dgm:prSet presAssocID="{9BCC8E88-7FD1-4C1C-AA1A-50CB7C786C09}" presName="linNode" presStyleCnt="0"/>
      <dgm:spPr/>
    </dgm:pt>
    <dgm:pt modelId="{8081D885-DE46-4D31-9275-9EE31C560E38}" type="pres">
      <dgm:prSet presAssocID="{9BCC8E88-7FD1-4C1C-AA1A-50CB7C786C09}" presName="parentText" presStyleLbl="alignNode1" presStyleIdx="0" presStyleCnt="2">
        <dgm:presLayoutVars>
          <dgm:chMax val="1"/>
          <dgm:bulletEnabled/>
        </dgm:presLayoutVars>
      </dgm:prSet>
      <dgm:spPr/>
    </dgm:pt>
    <dgm:pt modelId="{3B5AF103-2698-4DCA-A389-703E87DB5BBE}" type="pres">
      <dgm:prSet presAssocID="{9BCC8E88-7FD1-4C1C-AA1A-50CB7C786C09}" presName="descendantText" presStyleLbl="alignAccFollowNode1" presStyleIdx="0" presStyleCnt="2">
        <dgm:presLayoutVars>
          <dgm:bulletEnabled/>
        </dgm:presLayoutVars>
      </dgm:prSet>
      <dgm:spPr/>
    </dgm:pt>
    <dgm:pt modelId="{F3596C27-36D0-4956-AC3F-86E0622BC5EC}" type="pres">
      <dgm:prSet presAssocID="{3BC0FEBC-0CFF-4BEE-8F50-BC4194AE2E3D}" presName="sp" presStyleCnt="0"/>
      <dgm:spPr/>
    </dgm:pt>
    <dgm:pt modelId="{77A917C4-C77B-4924-81B5-5C1107F63A50}" type="pres">
      <dgm:prSet presAssocID="{516C8261-D122-4005-899E-AE8F4AE62F50}" presName="linNode" presStyleCnt="0"/>
      <dgm:spPr/>
    </dgm:pt>
    <dgm:pt modelId="{8DB07CAC-2515-40D6-B6EA-E2BE9277A82F}" type="pres">
      <dgm:prSet presAssocID="{516C8261-D122-4005-899E-AE8F4AE62F50}" presName="parentText" presStyleLbl="alignNode1" presStyleIdx="1" presStyleCnt="2">
        <dgm:presLayoutVars>
          <dgm:chMax val="1"/>
          <dgm:bulletEnabled/>
        </dgm:presLayoutVars>
      </dgm:prSet>
      <dgm:spPr/>
    </dgm:pt>
    <dgm:pt modelId="{46265148-FAF9-4947-8AB7-971A148FD3D1}" type="pres">
      <dgm:prSet presAssocID="{516C8261-D122-4005-899E-AE8F4AE62F50}" presName="descendantText" presStyleLbl="alignAccFollowNode1" presStyleIdx="1" presStyleCnt="2">
        <dgm:presLayoutVars>
          <dgm:bulletEnabled/>
        </dgm:presLayoutVars>
      </dgm:prSet>
      <dgm:spPr/>
    </dgm:pt>
  </dgm:ptLst>
  <dgm:cxnLst>
    <dgm:cxn modelId="{589DC402-E038-4FF6-BD25-E7E2526D6CD5}" type="presOf" srcId="{516C8261-D122-4005-899E-AE8F4AE62F50}" destId="{8DB07CAC-2515-40D6-B6EA-E2BE9277A82F}" srcOrd="0" destOrd="0" presId="urn:microsoft.com/office/officeart/2016/7/layout/VerticalSolidActionList"/>
    <dgm:cxn modelId="{88CC4919-9692-40E1-9976-DE27532537C6}" type="presOf" srcId="{CEB8BE4B-94E2-4240-BADD-A63AE2A4439B}" destId="{3B5AF103-2698-4DCA-A389-703E87DB5BBE}" srcOrd="0" destOrd="2" presId="urn:microsoft.com/office/officeart/2016/7/layout/VerticalSolidActionList"/>
    <dgm:cxn modelId="{CA21E15F-E78A-4054-B29A-0DDE6C3CD4D5}" srcId="{9BCC8E88-7FD1-4C1C-AA1A-50CB7C786C09}" destId="{2C5E08BF-FEA3-46FC-92F4-A329AF6B94FD}" srcOrd="1" destOrd="0" parTransId="{C53002CD-B727-47E0-8C5C-999104450EEC}" sibTransId="{9E449BB9-E78E-4947-8D31-11A2A7947BF0}"/>
    <dgm:cxn modelId="{72268F61-5241-4156-A437-EB2DCFE223AE}" type="presOf" srcId="{6532B06B-D31C-4F34-88AF-77FA151F0E68}" destId="{3B5AF103-2698-4DCA-A389-703E87DB5BBE}" srcOrd="0" destOrd="0" presId="urn:microsoft.com/office/officeart/2016/7/layout/VerticalSolidActionList"/>
    <dgm:cxn modelId="{16BAF745-96A2-4229-B76A-34571412933E}" type="presOf" srcId="{2C5E08BF-FEA3-46FC-92F4-A329AF6B94FD}" destId="{3B5AF103-2698-4DCA-A389-703E87DB5BBE}" srcOrd="0" destOrd="1" presId="urn:microsoft.com/office/officeart/2016/7/layout/VerticalSolidActionList"/>
    <dgm:cxn modelId="{6F61594B-E690-4196-8D38-5992AD5FB58A}" srcId="{FCD9348B-CE97-4449-A07A-58270D82BE3F}" destId="{9BCC8E88-7FD1-4C1C-AA1A-50CB7C786C09}" srcOrd="0" destOrd="0" parTransId="{6B688B2A-9A6D-4466-9905-04720726379E}" sibTransId="{3BC0FEBC-0CFF-4BEE-8F50-BC4194AE2E3D}"/>
    <dgm:cxn modelId="{EC85DB79-19E6-41E4-925D-F52E1650072A}" type="presOf" srcId="{0306362B-B75D-4F90-8BA7-E75506CD4265}" destId="{46265148-FAF9-4947-8AB7-971A148FD3D1}" srcOrd="0" destOrd="1" presId="urn:microsoft.com/office/officeart/2016/7/layout/VerticalSolidActionList"/>
    <dgm:cxn modelId="{68193A7D-EA0D-4859-9E83-D851C2516E63}" type="presOf" srcId="{9BCC8E88-7FD1-4C1C-AA1A-50CB7C786C09}" destId="{8081D885-DE46-4D31-9275-9EE31C560E38}" srcOrd="0" destOrd="0" presId="urn:microsoft.com/office/officeart/2016/7/layout/VerticalSolidActionList"/>
    <dgm:cxn modelId="{7F52D27F-DD65-4BAA-936B-784880DC3853}" type="presOf" srcId="{294C77BD-108C-44A6-ADA0-1FDF4EF38A46}" destId="{46265148-FAF9-4947-8AB7-971A148FD3D1}" srcOrd="0" destOrd="2" presId="urn:microsoft.com/office/officeart/2016/7/layout/VerticalSolidActionList"/>
    <dgm:cxn modelId="{10E6AD84-DD4D-4634-8FD5-E64809793F8E}" srcId="{FCD9348B-CE97-4449-A07A-58270D82BE3F}" destId="{516C8261-D122-4005-899E-AE8F4AE62F50}" srcOrd="1" destOrd="0" parTransId="{31375E36-0E3D-467D-949E-5C57AB670DBE}" sibTransId="{CCF8AF31-8B7C-41FA-A7C8-168950B274C5}"/>
    <dgm:cxn modelId="{E5A71B85-4EF4-44B4-93D7-5D125D15364D}" srcId="{516C8261-D122-4005-899E-AE8F4AE62F50}" destId="{294C77BD-108C-44A6-ADA0-1FDF4EF38A46}" srcOrd="2" destOrd="0" parTransId="{5109B228-0D4E-469F-BA2D-FB99A2252590}" sibTransId="{9BD043FC-573A-48B7-9BB9-E205E0B7ABDF}"/>
    <dgm:cxn modelId="{25C45C87-A107-4BE4-B4E5-2EAA5116F1D4}" type="presOf" srcId="{FCD9348B-CE97-4449-A07A-58270D82BE3F}" destId="{68548567-B634-41BB-B0DE-691B91316353}" srcOrd="0" destOrd="0" presId="urn:microsoft.com/office/officeart/2016/7/layout/VerticalSolidActionList"/>
    <dgm:cxn modelId="{D8021F95-8E18-4000-9F3F-84866E5C6894}" type="presOf" srcId="{1073FAFE-188B-4518-921D-788E1EAA71DF}" destId="{46265148-FAF9-4947-8AB7-971A148FD3D1}" srcOrd="0" destOrd="0" presId="urn:microsoft.com/office/officeart/2016/7/layout/VerticalSolidActionList"/>
    <dgm:cxn modelId="{31FDAA9F-0B29-47AB-8220-D1A6368C21A8}" srcId="{9BCC8E88-7FD1-4C1C-AA1A-50CB7C786C09}" destId="{14043F29-68FB-403A-82A5-8571F67789BA}" srcOrd="3" destOrd="0" parTransId="{ED62CC7B-B51A-4301-B3CE-BE98B93D026B}" sibTransId="{CB22329E-B79F-4D1B-A4A6-19092A7FF82B}"/>
    <dgm:cxn modelId="{2F91D5AA-50DB-4FF8-829F-AA392467AD22}" type="presOf" srcId="{14043F29-68FB-403A-82A5-8571F67789BA}" destId="{3B5AF103-2698-4DCA-A389-703E87DB5BBE}" srcOrd="0" destOrd="3" presId="urn:microsoft.com/office/officeart/2016/7/layout/VerticalSolidActionList"/>
    <dgm:cxn modelId="{05E3EFDC-3D5D-4F61-BCD0-72320AF71A82}" srcId="{516C8261-D122-4005-899E-AE8F4AE62F50}" destId="{1073FAFE-188B-4518-921D-788E1EAA71DF}" srcOrd="0" destOrd="0" parTransId="{81875E5B-DE33-4E22-955A-0DBB7EA55670}" sibTransId="{2A1D4BC4-B1C4-4C2E-B281-482AD11CD1BE}"/>
    <dgm:cxn modelId="{9DD073F3-B5D6-4EE7-AFC2-5FA374CCEEAC}" srcId="{516C8261-D122-4005-899E-AE8F4AE62F50}" destId="{0306362B-B75D-4F90-8BA7-E75506CD4265}" srcOrd="1" destOrd="0" parTransId="{3455918F-9135-4131-A9C8-CCFC28552948}" sibTransId="{25576257-6548-482F-B665-D74F2E407728}"/>
    <dgm:cxn modelId="{8DE2D1F9-B6C5-4377-98BC-FBCD324264F4}" srcId="{9BCC8E88-7FD1-4C1C-AA1A-50CB7C786C09}" destId="{CEB8BE4B-94E2-4240-BADD-A63AE2A4439B}" srcOrd="2" destOrd="0" parTransId="{68113879-6944-4B8D-919C-5F10F437B741}" sibTransId="{FF7AD547-D4E5-4A4B-AFF7-E6E0A25DE93F}"/>
    <dgm:cxn modelId="{084CE1FA-0417-443D-8C6B-64B8648D7152}" srcId="{9BCC8E88-7FD1-4C1C-AA1A-50CB7C786C09}" destId="{6532B06B-D31C-4F34-88AF-77FA151F0E68}" srcOrd="0" destOrd="0" parTransId="{6B7A0EC8-FA70-4B76-82AE-4A8AA93E6F3E}" sibTransId="{07E5C554-4681-4B4F-A6EB-F5536175CBC1}"/>
    <dgm:cxn modelId="{810D1F0F-B595-454A-9B14-134F401203C1}" type="presParOf" srcId="{68548567-B634-41BB-B0DE-691B91316353}" destId="{840D28D5-4A39-4A6E-8DB0-488B0CF490D9}" srcOrd="0" destOrd="0" presId="urn:microsoft.com/office/officeart/2016/7/layout/VerticalSolidActionList"/>
    <dgm:cxn modelId="{D3B55C52-3080-4BE9-AEEB-FBA32C012A39}" type="presParOf" srcId="{840D28D5-4A39-4A6E-8DB0-488B0CF490D9}" destId="{8081D885-DE46-4D31-9275-9EE31C560E38}" srcOrd="0" destOrd="0" presId="urn:microsoft.com/office/officeart/2016/7/layout/VerticalSolidActionList"/>
    <dgm:cxn modelId="{89B7EDAF-C5B1-4481-ADBC-7632B7B5CAEB}" type="presParOf" srcId="{840D28D5-4A39-4A6E-8DB0-488B0CF490D9}" destId="{3B5AF103-2698-4DCA-A389-703E87DB5BBE}" srcOrd="1" destOrd="0" presId="urn:microsoft.com/office/officeart/2016/7/layout/VerticalSolidActionList"/>
    <dgm:cxn modelId="{50A722FF-7841-4C93-ACFD-D4CA2FBB0AE1}" type="presParOf" srcId="{68548567-B634-41BB-B0DE-691B91316353}" destId="{F3596C27-36D0-4956-AC3F-86E0622BC5EC}" srcOrd="1" destOrd="0" presId="urn:microsoft.com/office/officeart/2016/7/layout/VerticalSolidActionList"/>
    <dgm:cxn modelId="{8F3F6B7D-F1B9-47C9-B95F-455E8EA45641}" type="presParOf" srcId="{68548567-B634-41BB-B0DE-691B91316353}" destId="{77A917C4-C77B-4924-81B5-5C1107F63A50}" srcOrd="2" destOrd="0" presId="urn:microsoft.com/office/officeart/2016/7/layout/VerticalSolidActionList"/>
    <dgm:cxn modelId="{867F6566-4001-4724-9E18-CEF8F0BEFF92}" type="presParOf" srcId="{77A917C4-C77B-4924-81B5-5C1107F63A50}" destId="{8DB07CAC-2515-40D6-B6EA-E2BE9277A82F}" srcOrd="0" destOrd="0" presId="urn:microsoft.com/office/officeart/2016/7/layout/VerticalSolidActionList"/>
    <dgm:cxn modelId="{2A3DEA76-4578-49D2-A975-C44B9BF5365E}" type="presParOf" srcId="{77A917C4-C77B-4924-81B5-5C1107F63A50}" destId="{46265148-FAF9-4947-8AB7-971A148FD3D1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AC27C6E-AB04-4DD1-BF44-536519F29EC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7E9BAD6-8075-4200-8CF1-B1850C869A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b="1"/>
            <a:t>Answer Quality</a:t>
          </a:r>
          <a:endParaRPr lang="en-US"/>
        </a:p>
      </dgm:t>
    </dgm:pt>
    <dgm:pt modelId="{5989B395-4A2B-4641-846A-270525B6C4B1}" type="parTrans" cxnId="{65A0BF25-FBAB-45ED-9C21-F6B065AD443D}">
      <dgm:prSet/>
      <dgm:spPr/>
      <dgm:t>
        <a:bodyPr/>
        <a:lstStyle/>
        <a:p>
          <a:endParaRPr lang="en-US"/>
        </a:p>
      </dgm:t>
    </dgm:pt>
    <dgm:pt modelId="{B32F97D0-400E-4E74-A264-E0D67769E226}" type="sibTrans" cxnId="{65A0BF25-FBAB-45ED-9C21-F6B065AD443D}">
      <dgm:prSet/>
      <dgm:spPr/>
      <dgm:t>
        <a:bodyPr/>
        <a:lstStyle/>
        <a:p>
          <a:endParaRPr lang="en-US"/>
        </a:p>
      </dgm:t>
    </dgm:pt>
    <dgm:pt modelId="{698D4F9C-4F91-4AF9-A6CE-76BD1A4EEA2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Semantic similarity (embeddings) </a:t>
          </a:r>
          <a:endParaRPr lang="en-US"/>
        </a:p>
      </dgm:t>
    </dgm:pt>
    <dgm:pt modelId="{EC165631-066D-4B2B-8E2D-B55127F7BF4D}" type="parTrans" cxnId="{C538CEEC-5E12-4354-BE1C-75705C7589DD}">
      <dgm:prSet/>
      <dgm:spPr/>
      <dgm:t>
        <a:bodyPr/>
        <a:lstStyle/>
        <a:p>
          <a:endParaRPr lang="en-US"/>
        </a:p>
      </dgm:t>
    </dgm:pt>
    <dgm:pt modelId="{761B33ED-64AF-42D9-91F4-A91B3542CCE2}" type="sibTrans" cxnId="{C538CEEC-5E12-4354-BE1C-75705C7589DD}">
      <dgm:prSet/>
      <dgm:spPr/>
      <dgm:t>
        <a:bodyPr/>
        <a:lstStyle/>
        <a:p>
          <a:endParaRPr lang="en-US"/>
        </a:p>
      </dgm:t>
    </dgm:pt>
    <dgm:pt modelId="{98523A8D-DB8D-489B-9D0A-2E4505EA72E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b="1"/>
            <a:t>Faithfulness</a:t>
          </a:r>
          <a:endParaRPr lang="en-US"/>
        </a:p>
      </dgm:t>
    </dgm:pt>
    <dgm:pt modelId="{3EDF8429-DB91-4151-9A9B-E20DDEF9C0AD}" type="parTrans" cxnId="{F3156395-3D2F-4397-A6BF-30E38A31BC4A}">
      <dgm:prSet/>
      <dgm:spPr/>
      <dgm:t>
        <a:bodyPr/>
        <a:lstStyle/>
        <a:p>
          <a:endParaRPr lang="en-US"/>
        </a:p>
      </dgm:t>
    </dgm:pt>
    <dgm:pt modelId="{30E26328-B7C2-49AE-9352-5541CA2C1E06}" type="sibTrans" cxnId="{F3156395-3D2F-4397-A6BF-30E38A31BC4A}">
      <dgm:prSet/>
      <dgm:spPr/>
      <dgm:t>
        <a:bodyPr/>
        <a:lstStyle/>
        <a:p>
          <a:endParaRPr lang="en-US"/>
        </a:p>
      </dgm:t>
    </dgm:pt>
    <dgm:pt modelId="{3B809BAA-2B35-49FB-894F-6C4F22F0CDE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Alignment between answer and context </a:t>
          </a:r>
          <a:endParaRPr lang="en-US"/>
        </a:p>
      </dgm:t>
    </dgm:pt>
    <dgm:pt modelId="{4355DE76-B882-4CC7-B61D-DEFD76019A10}" type="parTrans" cxnId="{DEF985AF-3736-4C9A-A333-DD4BACCE73AF}">
      <dgm:prSet/>
      <dgm:spPr/>
      <dgm:t>
        <a:bodyPr/>
        <a:lstStyle/>
        <a:p>
          <a:endParaRPr lang="en-US"/>
        </a:p>
      </dgm:t>
    </dgm:pt>
    <dgm:pt modelId="{A2113F4E-7D78-4A35-80A5-7F124E28B462}" type="sibTrans" cxnId="{DEF985AF-3736-4C9A-A333-DD4BACCE73AF}">
      <dgm:prSet/>
      <dgm:spPr/>
      <dgm:t>
        <a:bodyPr/>
        <a:lstStyle/>
        <a:p>
          <a:endParaRPr lang="en-US"/>
        </a:p>
      </dgm:t>
    </dgm:pt>
    <dgm:pt modelId="{CE723689-B29D-48F4-A9E5-6CE06B0132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b="1"/>
            <a:t>Context Utilization</a:t>
          </a:r>
          <a:endParaRPr lang="en-US"/>
        </a:p>
      </dgm:t>
    </dgm:pt>
    <dgm:pt modelId="{07FD5752-18C9-4E13-AB87-17FCB2217CBF}" type="parTrans" cxnId="{7902B844-0486-4990-B394-7A17E60E6FFD}">
      <dgm:prSet/>
      <dgm:spPr/>
      <dgm:t>
        <a:bodyPr/>
        <a:lstStyle/>
        <a:p>
          <a:endParaRPr lang="en-US"/>
        </a:p>
      </dgm:t>
    </dgm:pt>
    <dgm:pt modelId="{884CA7E7-DCB8-4E0E-A06A-347A5F963053}" type="sibTrans" cxnId="{7902B844-0486-4990-B394-7A17E60E6FFD}">
      <dgm:prSet/>
      <dgm:spPr/>
      <dgm:t>
        <a:bodyPr/>
        <a:lstStyle/>
        <a:p>
          <a:endParaRPr lang="en-US"/>
        </a:p>
      </dgm:t>
    </dgm:pt>
    <dgm:pt modelId="{07CCDDEE-30B6-46E7-9786-CBFF517878A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Coverage of retrieved chunks </a:t>
          </a:r>
          <a:endParaRPr lang="en-US"/>
        </a:p>
      </dgm:t>
    </dgm:pt>
    <dgm:pt modelId="{EA420C4B-73E2-4711-9EE8-7608974F55C0}" type="parTrans" cxnId="{C264BE0C-1C9F-4FE3-A0C7-9AF9E89E1624}">
      <dgm:prSet/>
      <dgm:spPr/>
      <dgm:t>
        <a:bodyPr/>
        <a:lstStyle/>
        <a:p>
          <a:endParaRPr lang="en-US"/>
        </a:p>
      </dgm:t>
    </dgm:pt>
    <dgm:pt modelId="{2A10B3C0-3D5F-47BA-815B-10206AB2BC14}" type="sibTrans" cxnId="{C264BE0C-1C9F-4FE3-A0C7-9AF9E89E1624}">
      <dgm:prSet/>
      <dgm:spPr/>
      <dgm:t>
        <a:bodyPr/>
        <a:lstStyle/>
        <a:p>
          <a:endParaRPr lang="en-US"/>
        </a:p>
      </dgm:t>
    </dgm:pt>
    <dgm:pt modelId="{68192220-CA6E-461E-80F4-F01CC5CDB88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FR" b="1"/>
            <a:t>Latency</a:t>
          </a:r>
          <a:endParaRPr lang="en-US"/>
        </a:p>
      </dgm:t>
    </dgm:pt>
    <dgm:pt modelId="{00F08304-E701-4CC5-85DF-497AE8A219E4}" type="parTrans" cxnId="{B4BD6C90-7287-42A7-B5AA-F5830860C218}">
      <dgm:prSet/>
      <dgm:spPr/>
      <dgm:t>
        <a:bodyPr/>
        <a:lstStyle/>
        <a:p>
          <a:endParaRPr lang="en-US"/>
        </a:p>
      </dgm:t>
    </dgm:pt>
    <dgm:pt modelId="{CBFE064A-DEC0-4143-9E5E-221D0DAF7C5A}" type="sibTrans" cxnId="{B4BD6C90-7287-42A7-B5AA-F5830860C218}">
      <dgm:prSet/>
      <dgm:spPr/>
      <dgm:t>
        <a:bodyPr/>
        <a:lstStyle/>
        <a:p>
          <a:endParaRPr lang="en-US"/>
        </a:p>
      </dgm:t>
    </dgm:pt>
    <dgm:pt modelId="{6BE132F8-1464-49C4-8912-5243EBBD1A17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Time per query </a:t>
          </a:r>
          <a:endParaRPr lang="en-US"/>
        </a:p>
      </dgm:t>
    </dgm:pt>
    <dgm:pt modelId="{AD8E5C51-ADA6-4FFE-A8F4-E709119CEC9C}" type="parTrans" cxnId="{B3AA723C-E0B4-42DD-93F5-4FEFFB9A6DE8}">
      <dgm:prSet/>
      <dgm:spPr/>
      <dgm:t>
        <a:bodyPr/>
        <a:lstStyle/>
        <a:p>
          <a:endParaRPr lang="en-US"/>
        </a:p>
      </dgm:t>
    </dgm:pt>
    <dgm:pt modelId="{0809824B-5438-4B73-ABB5-533F24FD656B}" type="sibTrans" cxnId="{B3AA723C-E0B4-42DD-93F5-4FEFFB9A6DE8}">
      <dgm:prSet/>
      <dgm:spPr/>
      <dgm:t>
        <a:bodyPr/>
        <a:lstStyle/>
        <a:p>
          <a:endParaRPr lang="en-US"/>
        </a:p>
      </dgm:t>
    </dgm:pt>
    <dgm:pt modelId="{5CFAED7F-9334-45F2-86BA-3D62E1DDA9AB}" type="pres">
      <dgm:prSet presAssocID="{EAC27C6E-AB04-4DD1-BF44-536519F29ECB}" presName="root" presStyleCnt="0">
        <dgm:presLayoutVars>
          <dgm:dir/>
          <dgm:resizeHandles val="exact"/>
        </dgm:presLayoutVars>
      </dgm:prSet>
      <dgm:spPr/>
    </dgm:pt>
    <dgm:pt modelId="{D35AA06B-D873-4D39-B8BB-803368BE6AEB}" type="pres">
      <dgm:prSet presAssocID="{C7E9BAD6-8075-4200-8CF1-B1850C869A50}" presName="compNode" presStyleCnt="0"/>
      <dgm:spPr/>
    </dgm:pt>
    <dgm:pt modelId="{44542A49-FEF5-4517-ACF5-E5F05B524FF8}" type="pres">
      <dgm:prSet presAssocID="{C7E9BAD6-8075-4200-8CF1-B1850C869A5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975446E8-4A85-4CDF-860C-A16E63A0361A}" type="pres">
      <dgm:prSet presAssocID="{C7E9BAD6-8075-4200-8CF1-B1850C869A50}" presName="iconSpace" presStyleCnt="0"/>
      <dgm:spPr/>
    </dgm:pt>
    <dgm:pt modelId="{650C5B6B-5EEA-4957-B97F-69B90945C802}" type="pres">
      <dgm:prSet presAssocID="{C7E9BAD6-8075-4200-8CF1-B1850C869A50}" presName="parTx" presStyleLbl="revTx" presStyleIdx="0" presStyleCnt="8">
        <dgm:presLayoutVars>
          <dgm:chMax val="0"/>
          <dgm:chPref val="0"/>
        </dgm:presLayoutVars>
      </dgm:prSet>
      <dgm:spPr/>
    </dgm:pt>
    <dgm:pt modelId="{085E55FF-45AF-4929-9A32-FF4425F12124}" type="pres">
      <dgm:prSet presAssocID="{C7E9BAD6-8075-4200-8CF1-B1850C869A50}" presName="txSpace" presStyleCnt="0"/>
      <dgm:spPr/>
    </dgm:pt>
    <dgm:pt modelId="{FF0174D0-3BE2-4745-800B-C168B4143044}" type="pres">
      <dgm:prSet presAssocID="{C7E9BAD6-8075-4200-8CF1-B1850C869A50}" presName="desTx" presStyleLbl="revTx" presStyleIdx="1" presStyleCnt="8">
        <dgm:presLayoutVars/>
      </dgm:prSet>
      <dgm:spPr/>
    </dgm:pt>
    <dgm:pt modelId="{3696F461-1637-414E-B091-2D94B34751A5}" type="pres">
      <dgm:prSet presAssocID="{B32F97D0-400E-4E74-A264-E0D67769E226}" presName="sibTrans" presStyleCnt="0"/>
      <dgm:spPr/>
    </dgm:pt>
    <dgm:pt modelId="{902266FC-7312-467E-9C0B-56BE92867EED}" type="pres">
      <dgm:prSet presAssocID="{98523A8D-DB8D-489B-9D0A-2E4505EA72ED}" presName="compNode" presStyleCnt="0"/>
      <dgm:spPr/>
    </dgm:pt>
    <dgm:pt modelId="{18F018F8-5D57-4960-AAAF-821F13A789D9}" type="pres">
      <dgm:prSet presAssocID="{98523A8D-DB8D-489B-9D0A-2E4505EA72E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ignée de main"/>
        </a:ext>
      </dgm:extLst>
    </dgm:pt>
    <dgm:pt modelId="{6484D0A8-4037-4266-A8BE-56A3F0E45D3A}" type="pres">
      <dgm:prSet presAssocID="{98523A8D-DB8D-489B-9D0A-2E4505EA72ED}" presName="iconSpace" presStyleCnt="0"/>
      <dgm:spPr/>
    </dgm:pt>
    <dgm:pt modelId="{00ECB802-3A18-4B1B-B3D8-3186C154AE6F}" type="pres">
      <dgm:prSet presAssocID="{98523A8D-DB8D-489B-9D0A-2E4505EA72ED}" presName="parTx" presStyleLbl="revTx" presStyleIdx="2" presStyleCnt="8">
        <dgm:presLayoutVars>
          <dgm:chMax val="0"/>
          <dgm:chPref val="0"/>
        </dgm:presLayoutVars>
      </dgm:prSet>
      <dgm:spPr/>
    </dgm:pt>
    <dgm:pt modelId="{2FB6A9B6-3666-4EAF-91CE-3A316286C7D6}" type="pres">
      <dgm:prSet presAssocID="{98523A8D-DB8D-489B-9D0A-2E4505EA72ED}" presName="txSpace" presStyleCnt="0"/>
      <dgm:spPr/>
    </dgm:pt>
    <dgm:pt modelId="{80944367-BF54-4D51-8430-E068ABF8ECC5}" type="pres">
      <dgm:prSet presAssocID="{98523A8D-DB8D-489B-9D0A-2E4505EA72ED}" presName="desTx" presStyleLbl="revTx" presStyleIdx="3" presStyleCnt="8">
        <dgm:presLayoutVars/>
      </dgm:prSet>
      <dgm:spPr/>
    </dgm:pt>
    <dgm:pt modelId="{3F286993-2102-46CC-9052-A6325BFC02F1}" type="pres">
      <dgm:prSet presAssocID="{30E26328-B7C2-49AE-9352-5541CA2C1E06}" presName="sibTrans" presStyleCnt="0"/>
      <dgm:spPr/>
    </dgm:pt>
    <dgm:pt modelId="{8CF41D4A-8208-423A-89B6-7EDA024F9420}" type="pres">
      <dgm:prSet presAssocID="{CE723689-B29D-48F4-A9E5-6CE06B013207}" presName="compNode" presStyleCnt="0"/>
      <dgm:spPr/>
    </dgm:pt>
    <dgm:pt modelId="{3D3A30CA-AC19-4695-919D-9338BFF57F09}" type="pres">
      <dgm:prSet presAssocID="{CE723689-B29D-48F4-A9E5-6CE06B01320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AF0B620-3DD6-4CDC-867D-8DC4AF3F5F94}" type="pres">
      <dgm:prSet presAssocID="{CE723689-B29D-48F4-A9E5-6CE06B013207}" presName="iconSpace" presStyleCnt="0"/>
      <dgm:spPr/>
    </dgm:pt>
    <dgm:pt modelId="{3854C174-08AF-4E34-A174-DE06645A10F7}" type="pres">
      <dgm:prSet presAssocID="{CE723689-B29D-48F4-A9E5-6CE06B013207}" presName="parTx" presStyleLbl="revTx" presStyleIdx="4" presStyleCnt="8">
        <dgm:presLayoutVars>
          <dgm:chMax val="0"/>
          <dgm:chPref val="0"/>
        </dgm:presLayoutVars>
      </dgm:prSet>
      <dgm:spPr/>
    </dgm:pt>
    <dgm:pt modelId="{EFBA8F59-A27D-44C5-94B7-BC9D493EFB22}" type="pres">
      <dgm:prSet presAssocID="{CE723689-B29D-48F4-A9E5-6CE06B013207}" presName="txSpace" presStyleCnt="0"/>
      <dgm:spPr/>
    </dgm:pt>
    <dgm:pt modelId="{B918679B-450D-4E3D-A0D5-81CA4155D679}" type="pres">
      <dgm:prSet presAssocID="{CE723689-B29D-48F4-A9E5-6CE06B013207}" presName="desTx" presStyleLbl="revTx" presStyleIdx="5" presStyleCnt="8">
        <dgm:presLayoutVars/>
      </dgm:prSet>
      <dgm:spPr/>
    </dgm:pt>
    <dgm:pt modelId="{2F326C29-2099-4CE3-91BA-79424556CD8A}" type="pres">
      <dgm:prSet presAssocID="{884CA7E7-DCB8-4E0E-A06A-347A5F963053}" presName="sibTrans" presStyleCnt="0"/>
      <dgm:spPr/>
    </dgm:pt>
    <dgm:pt modelId="{6AB6A7F6-9FA0-4718-8F46-D4213584D47B}" type="pres">
      <dgm:prSet presAssocID="{68192220-CA6E-461E-80F4-F01CC5CDB88B}" presName="compNode" presStyleCnt="0"/>
      <dgm:spPr/>
    </dgm:pt>
    <dgm:pt modelId="{3807363D-D218-426B-885C-6D55B0027C65}" type="pres">
      <dgm:prSet presAssocID="{68192220-CA6E-461E-80F4-F01CC5CDB8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ronomètre"/>
        </a:ext>
      </dgm:extLst>
    </dgm:pt>
    <dgm:pt modelId="{22179501-2FEA-450B-8A6A-6299EFB66CD0}" type="pres">
      <dgm:prSet presAssocID="{68192220-CA6E-461E-80F4-F01CC5CDB88B}" presName="iconSpace" presStyleCnt="0"/>
      <dgm:spPr/>
    </dgm:pt>
    <dgm:pt modelId="{BF07373F-632F-4F6F-91A5-E61C4801112A}" type="pres">
      <dgm:prSet presAssocID="{68192220-CA6E-461E-80F4-F01CC5CDB88B}" presName="parTx" presStyleLbl="revTx" presStyleIdx="6" presStyleCnt="8">
        <dgm:presLayoutVars>
          <dgm:chMax val="0"/>
          <dgm:chPref val="0"/>
        </dgm:presLayoutVars>
      </dgm:prSet>
      <dgm:spPr/>
    </dgm:pt>
    <dgm:pt modelId="{FE9F55A8-C964-429B-BF23-9606CA0F88D0}" type="pres">
      <dgm:prSet presAssocID="{68192220-CA6E-461E-80F4-F01CC5CDB88B}" presName="txSpace" presStyleCnt="0"/>
      <dgm:spPr/>
    </dgm:pt>
    <dgm:pt modelId="{0AD9597D-EC01-49CA-8652-E961FCFE91D3}" type="pres">
      <dgm:prSet presAssocID="{68192220-CA6E-461E-80F4-F01CC5CDB88B}" presName="desTx" presStyleLbl="revTx" presStyleIdx="7" presStyleCnt="8">
        <dgm:presLayoutVars/>
      </dgm:prSet>
      <dgm:spPr/>
    </dgm:pt>
  </dgm:ptLst>
  <dgm:cxnLst>
    <dgm:cxn modelId="{C264BE0C-1C9F-4FE3-A0C7-9AF9E89E1624}" srcId="{CE723689-B29D-48F4-A9E5-6CE06B013207}" destId="{07CCDDEE-30B6-46E7-9786-CBFF517878A8}" srcOrd="0" destOrd="0" parTransId="{EA420C4B-73E2-4711-9EE8-7608974F55C0}" sibTransId="{2A10B3C0-3D5F-47BA-815B-10206AB2BC14}"/>
    <dgm:cxn modelId="{15E07E23-E1F4-4A8B-AAB9-9BBE72D26333}" type="presOf" srcId="{C7E9BAD6-8075-4200-8CF1-B1850C869A50}" destId="{650C5B6B-5EEA-4957-B97F-69B90945C802}" srcOrd="0" destOrd="0" presId="urn:microsoft.com/office/officeart/2018/5/layout/CenteredIconLabelDescriptionList"/>
    <dgm:cxn modelId="{65A0BF25-FBAB-45ED-9C21-F6B065AD443D}" srcId="{EAC27C6E-AB04-4DD1-BF44-536519F29ECB}" destId="{C7E9BAD6-8075-4200-8CF1-B1850C869A50}" srcOrd="0" destOrd="0" parTransId="{5989B395-4A2B-4641-846A-270525B6C4B1}" sibTransId="{B32F97D0-400E-4E74-A264-E0D67769E226}"/>
    <dgm:cxn modelId="{B3AA723C-E0B4-42DD-93F5-4FEFFB9A6DE8}" srcId="{68192220-CA6E-461E-80F4-F01CC5CDB88B}" destId="{6BE132F8-1464-49C4-8912-5243EBBD1A17}" srcOrd="0" destOrd="0" parTransId="{AD8E5C51-ADA6-4FFE-A8F4-E709119CEC9C}" sibTransId="{0809824B-5438-4B73-ABB5-533F24FD656B}"/>
    <dgm:cxn modelId="{9BB19764-7029-42AC-AC5D-807E35F32942}" type="presOf" srcId="{3B809BAA-2B35-49FB-894F-6C4F22F0CDE9}" destId="{80944367-BF54-4D51-8430-E068ABF8ECC5}" srcOrd="0" destOrd="0" presId="urn:microsoft.com/office/officeart/2018/5/layout/CenteredIconLabelDescriptionList"/>
    <dgm:cxn modelId="{7902B844-0486-4990-B394-7A17E60E6FFD}" srcId="{EAC27C6E-AB04-4DD1-BF44-536519F29ECB}" destId="{CE723689-B29D-48F4-A9E5-6CE06B013207}" srcOrd="2" destOrd="0" parTransId="{07FD5752-18C9-4E13-AB87-17FCB2217CBF}" sibTransId="{884CA7E7-DCB8-4E0E-A06A-347A5F963053}"/>
    <dgm:cxn modelId="{0524B251-C31C-4B7F-A345-47A9518208BB}" type="presOf" srcId="{EAC27C6E-AB04-4DD1-BF44-536519F29ECB}" destId="{5CFAED7F-9334-45F2-86BA-3D62E1DDA9AB}" srcOrd="0" destOrd="0" presId="urn:microsoft.com/office/officeart/2018/5/layout/CenteredIconLabelDescriptionList"/>
    <dgm:cxn modelId="{51990A75-BB09-4159-83A2-EDD9DF81FDE1}" type="presOf" srcId="{98523A8D-DB8D-489B-9D0A-2E4505EA72ED}" destId="{00ECB802-3A18-4B1B-B3D8-3186C154AE6F}" srcOrd="0" destOrd="0" presId="urn:microsoft.com/office/officeart/2018/5/layout/CenteredIconLabelDescriptionList"/>
    <dgm:cxn modelId="{CFE7888F-39AA-418E-912A-E39CC6BC3A9E}" type="presOf" srcId="{07CCDDEE-30B6-46E7-9786-CBFF517878A8}" destId="{B918679B-450D-4E3D-A0D5-81CA4155D679}" srcOrd="0" destOrd="0" presId="urn:microsoft.com/office/officeart/2018/5/layout/CenteredIconLabelDescriptionList"/>
    <dgm:cxn modelId="{B4BD6C90-7287-42A7-B5AA-F5830860C218}" srcId="{EAC27C6E-AB04-4DD1-BF44-536519F29ECB}" destId="{68192220-CA6E-461E-80F4-F01CC5CDB88B}" srcOrd="3" destOrd="0" parTransId="{00F08304-E701-4CC5-85DF-497AE8A219E4}" sibTransId="{CBFE064A-DEC0-4143-9E5E-221D0DAF7C5A}"/>
    <dgm:cxn modelId="{F3156395-3D2F-4397-A6BF-30E38A31BC4A}" srcId="{EAC27C6E-AB04-4DD1-BF44-536519F29ECB}" destId="{98523A8D-DB8D-489B-9D0A-2E4505EA72ED}" srcOrd="1" destOrd="0" parTransId="{3EDF8429-DB91-4151-9A9B-E20DDEF9C0AD}" sibTransId="{30E26328-B7C2-49AE-9352-5541CA2C1E06}"/>
    <dgm:cxn modelId="{5E29EFA8-6504-4D50-AEC8-7AF0738D4036}" type="presOf" srcId="{698D4F9C-4F91-4AF9-A6CE-76BD1A4EEA28}" destId="{FF0174D0-3BE2-4745-800B-C168B4143044}" srcOrd="0" destOrd="0" presId="urn:microsoft.com/office/officeart/2018/5/layout/CenteredIconLabelDescriptionList"/>
    <dgm:cxn modelId="{6A80A5AD-D189-4BDD-8855-B61D5111E3D9}" type="presOf" srcId="{CE723689-B29D-48F4-A9E5-6CE06B013207}" destId="{3854C174-08AF-4E34-A174-DE06645A10F7}" srcOrd="0" destOrd="0" presId="urn:microsoft.com/office/officeart/2018/5/layout/CenteredIconLabelDescriptionList"/>
    <dgm:cxn modelId="{DEF985AF-3736-4C9A-A333-DD4BACCE73AF}" srcId="{98523A8D-DB8D-489B-9D0A-2E4505EA72ED}" destId="{3B809BAA-2B35-49FB-894F-6C4F22F0CDE9}" srcOrd="0" destOrd="0" parTransId="{4355DE76-B882-4CC7-B61D-DEFD76019A10}" sibTransId="{A2113F4E-7D78-4A35-80A5-7F124E28B462}"/>
    <dgm:cxn modelId="{CE6B47D2-59F6-4FA3-BF82-F03864DD72F9}" type="presOf" srcId="{6BE132F8-1464-49C4-8912-5243EBBD1A17}" destId="{0AD9597D-EC01-49CA-8652-E961FCFE91D3}" srcOrd="0" destOrd="0" presId="urn:microsoft.com/office/officeart/2018/5/layout/CenteredIconLabelDescriptionList"/>
    <dgm:cxn modelId="{C538CEEC-5E12-4354-BE1C-75705C7589DD}" srcId="{C7E9BAD6-8075-4200-8CF1-B1850C869A50}" destId="{698D4F9C-4F91-4AF9-A6CE-76BD1A4EEA28}" srcOrd="0" destOrd="0" parTransId="{EC165631-066D-4B2B-8E2D-B55127F7BF4D}" sibTransId="{761B33ED-64AF-42D9-91F4-A91B3542CCE2}"/>
    <dgm:cxn modelId="{70A409F7-D94E-4D40-A075-D1A0A9CB1CB5}" type="presOf" srcId="{68192220-CA6E-461E-80F4-F01CC5CDB88B}" destId="{BF07373F-632F-4F6F-91A5-E61C4801112A}" srcOrd="0" destOrd="0" presId="urn:microsoft.com/office/officeart/2018/5/layout/CenteredIconLabelDescriptionList"/>
    <dgm:cxn modelId="{142586B2-E6ED-4610-B6E1-4500524ED600}" type="presParOf" srcId="{5CFAED7F-9334-45F2-86BA-3D62E1DDA9AB}" destId="{D35AA06B-D873-4D39-B8BB-803368BE6AEB}" srcOrd="0" destOrd="0" presId="urn:microsoft.com/office/officeart/2018/5/layout/CenteredIconLabelDescriptionList"/>
    <dgm:cxn modelId="{2A15D98A-7943-45C7-9F7D-90E724B9855E}" type="presParOf" srcId="{D35AA06B-D873-4D39-B8BB-803368BE6AEB}" destId="{44542A49-FEF5-4517-ACF5-E5F05B524FF8}" srcOrd="0" destOrd="0" presId="urn:microsoft.com/office/officeart/2018/5/layout/CenteredIconLabelDescriptionList"/>
    <dgm:cxn modelId="{6D6883CC-6805-456B-8649-4E43E0C6C1B6}" type="presParOf" srcId="{D35AA06B-D873-4D39-B8BB-803368BE6AEB}" destId="{975446E8-4A85-4CDF-860C-A16E63A0361A}" srcOrd="1" destOrd="0" presId="urn:microsoft.com/office/officeart/2018/5/layout/CenteredIconLabelDescriptionList"/>
    <dgm:cxn modelId="{04434CE2-9EEB-475E-9886-DE124A5A10F8}" type="presParOf" srcId="{D35AA06B-D873-4D39-B8BB-803368BE6AEB}" destId="{650C5B6B-5EEA-4957-B97F-69B90945C802}" srcOrd="2" destOrd="0" presId="urn:microsoft.com/office/officeart/2018/5/layout/CenteredIconLabelDescriptionList"/>
    <dgm:cxn modelId="{6F389A9C-6D53-4194-8C22-C141FD699D5E}" type="presParOf" srcId="{D35AA06B-D873-4D39-B8BB-803368BE6AEB}" destId="{085E55FF-45AF-4929-9A32-FF4425F12124}" srcOrd="3" destOrd="0" presId="urn:microsoft.com/office/officeart/2018/5/layout/CenteredIconLabelDescriptionList"/>
    <dgm:cxn modelId="{1F83C2C6-4BA3-4BFC-BCA2-05954C4C264F}" type="presParOf" srcId="{D35AA06B-D873-4D39-B8BB-803368BE6AEB}" destId="{FF0174D0-3BE2-4745-800B-C168B4143044}" srcOrd="4" destOrd="0" presId="urn:microsoft.com/office/officeart/2018/5/layout/CenteredIconLabelDescriptionList"/>
    <dgm:cxn modelId="{EF757A27-9D91-453B-8A5B-ACC3DE9C60C7}" type="presParOf" srcId="{5CFAED7F-9334-45F2-86BA-3D62E1DDA9AB}" destId="{3696F461-1637-414E-B091-2D94B34751A5}" srcOrd="1" destOrd="0" presId="urn:microsoft.com/office/officeart/2018/5/layout/CenteredIconLabelDescriptionList"/>
    <dgm:cxn modelId="{EC7702FA-7BB0-4B32-8570-F2E0342FFF9A}" type="presParOf" srcId="{5CFAED7F-9334-45F2-86BA-3D62E1DDA9AB}" destId="{902266FC-7312-467E-9C0B-56BE92867EED}" srcOrd="2" destOrd="0" presId="urn:microsoft.com/office/officeart/2018/5/layout/CenteredIconLabelDescriptionList"/>
    <dgm:cxn modelId="{AAD8233E-4E8D-4249-ACFE-712DB9E9A15E}" type="presParOf" srcId="{902266FC-7312-467E-9C0B-56BE92867EED}" destId="{18F018F8-5D57-4960-AAAF-821F13A789D9}" srcOrd="0" destOrd="0" presId="urn:microsoft.com/office/officeart/2018/5/layout/CenteredIconLabelDescriptionList"/>
    <dgm:cxn modelId="{E2946FC1-D0F0-45FA-9714-42FB90F585B8}" type="presParOf" srcId="{902266FC-7312-467E-9C0B-56BE92867EED}" destId="{6484D0A8-4037-4266-A8BE-56A3F0E45D3A}" srcOrd="1" destOrd="0" presId="urn:microsoft.com/office/officeart/2018/5/layout/CenteredIconLabelDescriptionList"/>
    <dgm:cxn modelId="{AC654B96-94AC-4692-930B-EDC40BC11940}" type="presParOf" srcId="{902266FC-7312-467E-9C0B-56BE92867EED}" destId="{00ECB802-3A18-4B1B-B3D8-3186C154AE6F}" srcOrd="2" destOrd="0" presId="urn:microsoft.com/office/officeart/2018/5/layout/CenteredIconLabelDescriptionList"/>
    <dgm:cxn modelId="{F0575697-DDCE-4340-B324-145240E80974}" type="presParOf" srcId="{902266FC-7312-467E-9C0B-56BE92867EED}" destId="{2FB6A9B6-3666-4EAF-91CE-3A316286C7D6}" srcOrd="3" destOrd="0" presId="urn:microsoft.com/office/officeart/2018/5/layout/CenteredIconLabelDescriptionList"/>
    <dgm:cxn modelId="{CF03D845-AF49-4CC0-8B9D-922341729E74}" type="presParOf" srcId="{902266FC-7312-467E-9C0B-56BE92867EED}" destId="{80944367-BF54-4D51-8430-E068ABF8ECC5}" srcOrd="4" destOrd="0" presId="urn:microsoft.com/office/officeart/2018/5/layout/CenteredIconLabelDescriptionList"/>
    <dgm:cxn modelId="{B5384002-0F2E-449B-854F-204D8A95DE4C}" type="presParOf" srcId="{5CFAED7F-9334-45F2-86BA-3D62E1DDA9AB}" destId="{3F286993-2102-46CC-9052-A6325BFC02F1}" srcOrd="3" destOrd="0" presId="urn:microsoft.com/office/officeart/2018/5/layout/CenteredIconLabelDescriptionList"/>
    <dgm:cxn modelId="{1DF8B712-EC2D-4B1E-AD76-B23DA471159B}" type="presParOf" srcId="{5CFAED7F-9334-45F2-86BA-3D62E1DDA9AB}" destId="{8CF41D4A-8208-423A-89B6-7EDA024F9420}" srcOrd="4" destOrd="0" presId="urn:microsoft.com/office/officeart/2018/5/layout/CenteredIconLabelDescriptionList"/>
    <dgm:cxn modelId="{FBAFE910-14F0-4DFC-8C60-46413C943C95}" type="presParOf" srcId="{8CF41D4A-8208-423A-89B6-7EDA024F9420}" destId="{3D3A30CA-AC19-4695-919D-9338BFF57F09}" srcOrd="0" destOrd="0" presId="urn:microsoft.com/office/officeart/2018/5/layout/CenteredIconLabelDescriptionList"/>
    <dgm:cxn modelId="{AB15B01B-110B-4F1D-B2CD-CA0F25952509}" type="presParOf" srcId="{8CF41D4A-8208-423A-89B6-7EDA024F9420}" destId="{CAF0B620-3DD6-4CDC-867D-8DC4AF3F5F94}" srcOrd="1" destOrd="0" presId="urn:microsoft.com/office/officeart/2018/5/layout/CenteredIconLabelDescriptionList"/>
    <dgm:cxn modelId="{C5A93B20-F830-4E4C-A3F2-D4B1ECF84007}" type="presParOf" srcId="{8CF41D4A-8208-423A-89B6-7EDA024F9420}" destId="{3854C174-08AF-4E34-A174-DE06645A10F7}" srcOrd="2" destOrd="0" presId="urn:microsoft.com/office/officeart/2018/5/layout/CenteredIconLabelDescriptionList"/>
    <dgm:cxn modelId="{D81A2E7A-EDB7-4AC8-ADCF-27DF13C279C2}" type="presParOf" srcId="{8CF41D4A-8208-423A-89B6-7EDA024F9420}" destId="{EFBA8F59-A27D-44C5-94B7-BC9D493EFB22}" srcOrd="3" destOrd="0" presId="urn:microsoft.com/office/officeart/2018/5/layout/CenteredIconLabelDescriptionList"/>
    <dgm:cxn modelId="{BA471E44-F7A3-4FE5-B39C-A99806BB5A14}" type="presParOf" srcId="{8CF41D4A-8208-423A-89B6-7EDA024F9420}" destId="{B918679B-450D-4E3D-A0D5-81CA4155D679}" srcOrd="4" destOrd="0" presId="urn:microsoft.com/office/officeart/2018/5/layout/CenteredIconLabelDescriptionList"/>
    <dgm:cxn modelId="{505D1812-F105-4E6E-A495-B6C78EB8E29E}" type="presParOf" srcId="{5CFAED7F-9334-45F2-86BA-3D62E1DDA9AB}" destId="{2F326C29-2099-4CE3-91BA-79424556CD8A}" srcOrd="5" destOrd="0" presId="urn:microsoft.com/office/officeart/2018/5/layout/CenteredIconLabelDescriptionList"/>
    <dgm:cxn modelId="{269E7D98-69B3-40BE-AEBE-5461B5FD6BB9}" type="presParOf" srcId="{5CFAED7F-9334-45F2-86BA-3D62E1DDA9AB}" destId="{6AB6A7F6-9FA0-4718-8F46-D4213584D47B}" srcOrd="6" destOrd="0" presId="urn:microsoft.com/office/officeart/2018/5/layout/CenteredIconLabelDescriptionList"/>
    <dgm:cxn modelId="{1CE974A8-CE34-4018-A655-B29AF38983AD}" type="presParOf" srcId="{6AB6A7F6-9FA0-4718-8F46-D4213584D47B}" destId="{3807363D-D218-426B-885C-6D55B0027C65}" srcOrd="0" destOrd="0" presId="urn:microsoft.com/office/officeart/2018/5/layout/CenteredIconLabelDescriptionList"/>
    <dgm:cxn modelId="{CB369E9A-8E73-4944-8AA9-78F09280E7A5}" type="presParOf" srcId="{6AB6A7F6-9FA0-4718-8F46-D4213584D47B}" destId="{22179501-2FEA-450B-8A6A-6299EFB66CD0}" srcOrd="1" destOrd="0" presId="urn:microsoft.com/office/officeart/2018/5/layout/CenteredIconLabelDescriptionList"/>
    <dgm:cxn modelId="{28FA7665-92F8-4E20-8126-2E1A253D9E32}" type="presParOf" srcId="{6AB6A7F6-9FA0-4718-8F46-D4213584D47B}" destId="{BF07373F-632F-4F6F-91A5-E61C4801112A}" srcOrd="2" destOrd="0" presId="urn:microsoft.com/office/officeart/2018/5/layout/CenteredIconLabelDescriptionList"/>
    <dgm:cxn modelId="{9FB043C7-C67F-46D3-B3F0-7570C38284D9}" type="presParOf" srcId="{6AB6A7F6-9FA0-4718-8F46-D4213584D47B}" destId="{FE9F55A8-C964-429B-BF23-9606CA0F88D0}" srcOrd="3" destOrd="0" presId="urn:microsoft.com/office/officeart/2018/5/layout/CenteredIconLabelDescriptionList"/>
    <dgm:cxn modelId="{01F620E4-0682-4E6A-B302-AFA4BE423249}" type="presParOf" srcId="{6AB6A7F6-9FA0-4718-8F46-D4213584D47B}" destId="{0AD9597D-EC01-49CA-8652-E961FCFE91D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1057234-A041-44A3-B947-050F98E7C98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35F2034-845F-489F-B2AD-6490FD3ACD60}">
      <dgm:prSet/>
      <dgm:spPr/>
      <dgm:t>
        <a:bodyPr/>
        <a:lstStyle/>
        <a:p>
          <a:r>
            <a:rPr lang="fr-FR"/>
            <a:t>Fully offline </a:t>
          </a:r>
          <a:endParaRPr lang="en-US"/>
        </a:p>
      </dgm:t>
    </dgm:pt>
    <dgm:pt modelId="{083814AC-6D99-49D2-AB6F-1426FC3A6860}" type="parTrans" cxnId="{843ACBC6-543B-4A35-B187-61D820CCEC8C}">
      <dgm:prSet/>
      <dgm:spPr/>
      <dgm:t>
        <a:bodyPr/>
        <a:lstStyle/>
        <a:p>
          <a:endParaRPr lang="en-US"/>
        </a:p>
      </dgm:t>
    </dgm:pt>
    <dgm:pt modelId="{1537A3F1-A417-4071-832C-F0FA300A4D23}" type="sibTrans" cxnId="{843ACBC6-543B-4A35-B187-61D820CCEC8C}">
      <dgm:prSet/>
      <dgm:spPr/>
      <dgm:t>
        <a:bodyPr/>
        <a:lstStyle/>
        <a:p>
          <a:endParaRPr lang="en-US"/>
        </a:p>
      </dgm:t>
    </dgm:pt>
    <dgm:pt modelId="{56A24AA6-78C0-4EEE-90F4-9456C3DB824F}">
      <dgm:prSet/>
      <dgm:spPr/>
      <dgm:t>
        <a:bodyPr/>
        <a:lstStyle/>
        <a:p>
          <a:r>
            <a:rPr lang="fr-FR"/>
            <a:t>Reproducible </a:t>
          </a:r>
          <a:endParaRPr lang="en-US"/>
        </a:p>
      </dgm:t>
    </dgm:pt>
    <dgm:pt modelId="{56283364-A21E-4BC3-900B-309D5EA14B44}" type="parTrans" cxnId="{53319A97-B978-4932-8CD6-CD50434A9EE1}">
      <dgm:prSet/>
      <dgm:spPr/>
      <dgm:t>
        <a:bodyPr/>
        <a:lstStyle/>
        <a:p>
          <a:endParaRPr lang="en-US"/>
        </a:p>
      </dgm:t>
    </dgm:pt>
    <dgm:pt modelId="{86A4DD96-FEC8-4351-9292-3CC9E4390FD5}" type="sibTrans" cxnId="{53319A97-B978-4932-8CD6-CD50434A9EE1}">
      <dgm:prSet/>
      <dgm:spPr/>
      <dgm:t>
        <a:bodyPr/>
        <a:lstStyle/>
        <a:p>
          <a:endParaRPr lang="en-US"/>
        </a:p>
      </dgm:t>
    </dgm:pt>
    <dgm:pt modelId="{FD99BB76-47D0-4BA9-BA5D-80FC1AAA2036}">
      <dgm:prSet/>
      <dgm:spPr/>
      <dgm:t>
        <a:bodyPr/>
        <a:lstStyle/>
        <a:p>
          <a:r>
            <a:rPr lang="fr-FR"/>
            <a:t>Interpretable metrics </a:t>
          </a:r>
          <a:endParaRPr lang="en-US"/>
        </a:p>
      </dgm:t>
    </dgm:pt>
    <dgm:pt modelId="{DCC57E48-300E-461D-B12D-3D1104F0FA93}" type="parTrans" cxnId="{78741A85-660E-4B0B-A5DA-99F0A2C69850}">
      <dgm:prSet/>
      <dgm:spPr/>
      <dgm:t>
        <a:bodyPr/>
        <a:lstStyle/>
        <a:p>
          <a:endParaRPr lang="en-US"/>
        </a:p>
      </dgm:t>
    </dgm:pt>
    <dgm:pt modelId="{628D27C4-5D33-41AC-9C39-9BA74CEAD474}" type="sibTrans" cxnId="{78741A85-660E-4B0B-A5DA-99F0A2C69850}">
      <dgm:prSet/>
      <dgm:spPr/>
      <dgm:t>
        <a:bodyPr/>
        <a:lstStyle/>
        <a:p>
          <a:endParaRPr lang="en-US"/>
        </a:p>
      </dgm:t>
    </dgm:pt>
    <dgm:pt modelId="{3277E3F3-5F0B-414B-950C-434D0F2DE0AE}">
      <dgm:prSet/>
      <dgm:spPr/>
      <dgm:t>
        <a:bodyPr/>
        <a:lstStyle/>
        <a:p>
          <a:r>
            <a:rPr lang="fr-FR"/>
            <a:t>Interactive system </a:t>
          </a:r>
          <a:endParaRPr lang="en-US"/>
        </a:p>
      </dgm:t>
    </dgm:pt>
    <dgm:pt modelId="{FA20DC60-5757-4F9D-9FBE-209F1A810B07}" type="parTrans" cxnId="{6E9A9989-979C-4DE4-8B7E-13E5B5F8026E}">
      <dgm:prSet/>
      <dgm:spPr/>
      <dgm:t>
        <a:bodyPr/>
        <a:lstStyle/>
        <a:p>
          <a:endParaRPr lang="en-US"/>
        </a:p>
      </dgm:t>
    </dgm:pt>
    <dgm:pt modelId="{90A4A0CC-02A9-472B-B3A1-B1CFA60DFE5A}" type="sibTrans" cxnId="{6E9A9989-979C-4DE4-8B7E-13E5B5F8026E}">
      <dgm:prSet/>
      <dgm:spPr/>
      <dgm:t>
        <a:bodyPr/>
        <a:lstStyle/>
        <a:p>
          <a:endParaRPr lang="en-US"/>
        </a:p>
      </dgm:t>
    </dgm:pt>
    <dgm:pt modelId="{552EF85C-845B-44A1-81C2-C4AA39EE5A2F}" type="pres">
      <dgm:prSet presAssocID="{01057234-A041-44A3-B947-050F98E7C988}" presName="linear" presStyleCnt="0">
        <dgm:presLayoutVars>
          <dgm:dir/>
          <dgm:animLvl val="lvl"/>
          <dgm:resizeHandles val="exact"/>
        </dgm:presLayoutVars>
      </dgm:prSet>
      <dgm:spPr/>
    </dgm:pt>
    <dgm:pt modelId="{1CF01D98-D382-4425-AB9D-E590446A13AC}" type="pres">
      <dgm:prSet presAssocID="{135F2034-845F-489F-B2AD-6490FD3ACD60}" presName="parentLin" presStyleCnt="0"/>
      <dgm:spPr/>
    </dgm:pt>
    <dgm:pt modelId="{A6893150-145F-4DC0-8FCA-F5707273A306}" type="pres">
      <dgm:prSet presAssocID="{135F2034-845F-489F-B2AD-6490FD3ACD60}" presName="parentLeftMargin" presStyleLbl="node1" presStyleIdx="0" presStyleCnt="4"/>
      <dgm:spPr/>
    </dgm:pt>
    <dgm:pt modelId="{21B42DD8-E6E7-4197-8DE9-EE4D2685C22F}" type="pres">
      <dgm:prSet presAssocID="{135F2034-845F-489F-B2AD-6490FD3ACD6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97C8D88-AB22-4B39-9527-3199B9F101FA}" type="pres">
      <dgm:prSet presAssocID="{135F2034-845F-489F-B2AD-6490FD3ACD60}" presName="negativeSpace" presStyleCnt="0"/>
      <dgm:spPr/>
    </dgm:pt>
    <dgm:pt modelId="{EFBE2D54-03AA-4C70-956B-E244514E38FD}" type="pres">
      <dgm:prSet presAssocID="{135F2034-845F-489F-B2AD-6490FD3ACD60}" presName="childText" presStyleLbl="conFgAcc1" presStyleIdx="0" presStyleCnt="4">
        <dgm:presLayoutVars>
          <dgm:bulletEnabled val="1"/>
        </dgm:presLayoutVars>
      </dgm:prSet>
      <dgm:spPr/>
    </dgm:pt>
    <dgm:pt modelId="{3F7E957D-59FF-476A-A6E8-81066386C7BA}" type="pres">
      <dgm:prSet presAssocID="{1537A3F1-A417-4071-832C-F0FA300A4D23}" presName="spaceBetweenRectangles" presStyleCnt="0"/>
      <dgm:spPr/>
    </dgm:pt>
    <dgm:pt modelId="{22428A4E-AD82-4A70-AD4B-E63EA9FEBF9C}" type="pres">
      <dgm:prSet presAssocID="{56A24AA6-78C0-4EEE-90F4-9456C3DB824F}" presName="parentLin" presStyleCnt="0"/>
      <dgm:spPr/>
    </dgm:pt>
    <dgm:pt modelId="{CD253EFD-048D-4995-B65E-3FF4F2CDCA40}" type="pres">
      <dgm:prSet presAssocID="{56A24AA6-78C0-4EEE-90F4-9456C3DB824F}" presName="parentLeftMargin" presStyleLbl="node1" presStyleIdx="0" presStyleCnt="4"/>
      <dgm:spPr/>
    </dgm:pt>
    <dgm:pt modelId="{3C0BC191-5376-4319-8B87-5D26AEF7645A}" type="pres">
      <dgm:prSet presAssocID="{56A24AA6-78C0-4EEE-90F4-9456C3DB82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FAFE0AA-9E89-4108-8D1D-38AE0BBAB8AF}" type="pres">
      <dgm:prSet presAssocID="{56A24AA6-78C0-4EEE-90F4-9456C3DB824F}" presName="negativeSpace" presStyleCnt="0"/>
      <dgm:spPr/>
    </dgm:pt>
    <dgm:pt modelId="{1C5E778E-32CB-4DA9-B66B-F2803F508ECE}" type="pres">
      <dgm:prSet presAssocID="{56A24AA6-78C0-4EEE-90F4-9456C3DB824F}" presName="childText" presStyleLbl="conFgAcc1" presStyleIdx="1" presStyleCnt="4">
        <dgm:presLayoutVars>
          <dgm:bulletEnabled val="1"/>
        </dgm:presLayoutVars>
      </dgm:prSet>
      <dgm:spPr/>
    </dgm:pt>
    <dgm:pt modelId="{4FB40BE5-2ACA-45D6-BBC2-243E936D3974}" type="pres">
      <dgm:prSet presAssocID="{86A4DD96-FEC8-4351-9292-3CC9E4390FD5}" presName="spaceBetweenRectangles" presStyleCnt="0"/>
      <dgm:spPr/>
    </dgm:pt>
    <dgm:pt modelId="{1FDD83AB-30AC-4BEA-B0A0-70E355340249}" type="pres">
      <dgm:prSet presAssocID="{FD99BB76-47D0-4BA9-BA5D-80FC1AAA2036}" presName="parentLin" presStyleCnt="0"/>
      <dgm:spPr/>
    </dgm:pt>
    <dgm:pt modelId="{5D28F6B5-749D-414F-BC42-664CE7672DE5}" type="pres">
      <dgm:prSet presAssocID="{FD99BB76-47D0-4BA9-BA5D-80FC1AAA2036}" presName="parentLeftMargin" presStyleLbl="node1" presStyleIdx="1" presStyleCnt="4"/>
      <dgm:spPr/>
    </dgm:pt>
    <dgm:pt modelId="{8F75CF9E-897B-4A64-8554-C82E43454310}" type="pres">
      <dgm:prSet presAssocID="{FD99BB76-47D0-4BA9-BA5D-80FC1AAA20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C78D76-B544-4456-82F7-E838C936FEFF}" type="pres">
      <dgm:prSet presAssocID="{FD99BB76-47D0-4BA9-BA5D-80FC1AAA2036}" presName="negativeSpace" presStyleCnt="0"/>
      <dgm:spPr/>
    </dgm:pt>
    <dgm:pt modelId="{473DCBF1-8549-4948-AE79-766A87F2425E}" type="pres">
      <dgm:prSet presAssocID="{FD99BB76-47D0-4BA9-BA5D-80FC1AAA2036}" presName="childText" presStyleLbl="conFgAcc1" presStyleIdx="2" presStyleCnt="4">
        <dgm:presLayoutVars>
          <dgm:bulletEnabled val="1"/>
        </dgm:presLayoutVars>
      </dgm:prSet>
      <dgm:spPr/>
    </dgm:pt>
    <dgm:pt modelId="{7A1D84C3-C9D7-4972-BC97-CDE067746D66}" type="pres">
      <dgm:prSet presAssocID="{628D27C4-5D33-41AC-9C39-9BA74CEAD474}" presName="spaceBetweenRectangles" presStyleCnt="0"/>
      <dgm:spPr/>
    </dgm:pt>
    <dgm:pt modelId="{F1E3CAD0-3B7E-4A4D-89A2-DBCC9B52322B}" type="pres">
      <dgm:prSet presAssocID="{3277E3F3-5F0B-414B-950C-434D0F2DE0AE}" presName="parentLin" presStyleCnt="0"/>
      <dgm:spPr/>
    </dgm:pt>
    <dgm:pt modelId="{12084A86-8BA3-4253-87F1-0C536C3D751E}" type="pres">
      <dgm:prSet presAssocID="{3277E3F3-5F0B-414B-950C-434D0F2DE0AE}" presName="parentLeftMargin" presStyleLbl="node1" presStyleIdx="2" presStyleCnt="4"/>
      <dgm:spPr/>
    </dgm:pt>
    <dgm:pt modelId="{5A7EF4CD-C305-49FF-9AC3-0A0C84AD136D}" type="pres">
      <dgm:prSet presAssocID="{3277E3F3-5F0B-414B-950C-434D0F2DE0A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7C69800-D6DE-443B-9DC0-23EDAD85BA09}" type="pres">
      <dgm:prSet presAssocID="{3277E3F3-5F0B-414B-950C-434D0F2DE0AE}" presName="negativeSpace" presStyleCnt="0"/>
      <dgm:spPr/>
    </dgm:pt>
    <dgm:pt modelId="{44769BB6-C5AD-4BD2-B17F-AB8813A351E7}" type="pres">
      <dgm:prSet presAssocID="{3277E3F3-5F0B-414B-950C-434D0F2DE0A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F1301D21-CB16-4043-9D64-1BB1C6E1B7B1}" type="presOf" srcId="{3277E3F3-5F0B-414B-950C-434D0F2DE0AE}" destId="{12084A86-8BA3-4253-87F1-0C536C3D751E}" srcOrd="0" destOrd="0" presId="urn:microsoft.com/office/officeart/2005/8/layout/list1"/>
    <dgm:cxn modelId="{0F7E5333-7006-4E71-9D78-C46BEFBC3071}" type="presOf" srcId="{FD99BB76-47D0-4BA9-BA5D-80FC1AAA2036}" destId="{5D28F6B5-749D-414F-BC42-664CE7672DE5}" srcOrd="0" destOrd="0" presId="urn:microsoft.com/office/officeart/2005/8/layout/list1"/>
    <dgm:cxn modelId="{A0A3803A-B4F9-4092-B45C-F26C616CDFCF}" type="presOf" srcId="{56A24AA6-78C0-4EEE-90F4-9456C3DB824F}" destId="{3C0BC191-5376-4319-8B87-5D26AEF7645A}" srcOrd="1" destOrd="0" presId="urn:microsoft.com/office/officeart/2005/8/layout/list1"/>
    <dgm:cxn modelId="{78741A85-660E-4B0B-A5DA-99F0A2C69850}" srcId="{01057234-A041-44A3-B947-050F98E7C988}" destId="{FD99BB76-47D0-4BA9-BA5D-80FC1AAA2036}" srcOrd="2" destOrd="0" parTransId="{DCC57E48-300E-461D-B12D-3D1104F0FA93}" sibTransId="{628D27C4-5D33-41AC-9C39-9BA74CEAD474}"/>
    <dgm:cxn modelId="{6E9A9989-979C-4DE4-8B7E-13E5B5F8026E}" srcId="{01057234-A041-44A3-B947-050F98E7C988}" destId="{3277E3F3-5F0B-414B-950C-434D0F2DE0AE}" srcOrd="3" destOrd="0" parTransId="{FA20DC60-5757-4F9D-9FBE-209F1A810B07}" sibTransId="{90A4A0CC-02A9-472B-B3A1-B1CFA60DFE5A}"/>
    <dgm:cxn modelId="{53319A97-B978-4932-8CD6-CD50434A9EE1}" srcId="{01057234-A041-44A3-B947-050F98E7C988}" destId="{56A24AA6-78C0-4EEE-90F4-9456C3DB824F}" srcOrd="1" destOrd="0" parTransId="{56283364-A21E-4BC3-900B-309D5EA14B44}" sibTransId="{86A4DD96-FEC8-4351-9292-3CC9E4390FD5}"/>
    <dgm:cxn modelId="{47FB75A1-6ADA-4C63-A292-03B6A6ADB0AE}" type="presOf" srcId="{FD99BB76-47D0-4BA9-BA5D-80FC1AAA2036}" destId="{8F75CF9E-897B-4A64-8554-C82E43454310}" srcOrd="1" destOrd="0" presId="urn:microsoft.com/office/officeart/2005/8/layout/list1"/>
    <dgm:cxn modelId="{C09305A8-2A77-4595-86B4-2A377E7F47D3}" type="presOf" srcId="{135F2034-845F-489F-B2AD-6490FD3ACD60}" destId="{21B42DD8-E6E7-4197-8DE9-EE4D2685C22F}" srcOrd="1" destOrd="0" presId="urn:microsoft.com/office/officeart/2005/8/layout/list1"/>
    <dgm:cxn modelId="{4FB927BC-64EC-4DB7-8FF0-ECAADF6DEF92}" type="presOf" srcId="{01057234-A041-44A3-B947-050F98E7C988}" destId="{552EF85C-845B-44A1-81C2-C4AA39EE5A2F}" srcOrd="0" destOrd="0" presId="urn:microsoft.com/office/officeart/2005/8/layout/list1"/>
    <dgm:cxn modelId="{843ACBC6-543B-4A35-B187-61D820CCEC8C}" srcId="{01057234-A041-44A3-B947-050F98E7C988}" destId="{135F2034-845F-489F-B2AD-6490FD3ACD60}" srcOrd="0" destOrd="0" parTransId="{083814AC-6D99-49D2-AB6F-1426FC3A6860}" sibTransId="{1537A3F1-A417-4071-832C-F0FA300A4D23}"/>
    <dgm:cxn modelId="{B0E9C0E2-8392-4070-9181-AAD0856D7CCE}" type="presOf" srcId="{3277E3F3-5F0B-414B-950C-434D0F2DE0AE}" destId="{5A7EF4CD-C305-49FF-9AC3-0A0C84AD136D}" srcOrd="1" destOrd="0" presId="urn:microsoft.com/office/officeart/2005/8/layout/list1"/>
    <dgm:cxn modelId="{346415E9-331B-4136-B735-9E8C96DD6567}" type="presOf" srcId="{135F2034-845F-489F-B2AD-6490FD3ACD60}" destId="{A6893150-145F-4DC0-8FCA-F5707273A306}" srcOrd="0" destOrd="0" presId="urn:microsoft.com/office/officeart/2005/8/layout/list1"/>
    <dgm:cxn modelId="{7182AEFA-93B2-4796-8373-E407B1BD3287}" type="presOf" srcId="{56A24AA6-78C0-4EEE-90F4-9456C3DB824F}" destId="{CD253EFD-048D-4995-B65E-3FF4F2CDCA40}" srcOrd="0" destOrd="0" presId="urn:microsoft.com/office/officeart/2005/8/layout/list1"/>
    <dgm:cxn modelId="{FBD7B572-A107-41D7-B538-242B19E3088F}" type="presParOf" srcId="{552EF85C-845B-44A1-81C2-C4AA39EE5A2F}" destId="{1CF01D98-D382-4425-AB9D-E590446A13AC}" srcOrd="0" destOrd="0" presId="urn:microsoft.com/office/officeart/2005/8/layout/list1"/>
    <dgm:cxn modelId="{A6FDAE5D-788F-41DB-B443-C2D0E8D85599}" type="presParOf" srcId="{1CF01D98-D382-4425-AB9D-E590446A13AC}" destId="{A6893150-145F-4DC0-8FCA-F5707273A306}" srcOrd="0" destOrd="0" presId="urn:microsoft.com/office/officeart/2005/8/layout/list1"/>
    <dgm:cxn modelId="{56831B47-4EBE-47BD-8743-D76DD31F3996}" type="presParOf" srcId="{1CF01D98-D382-4425-AB9D-E590446A13AC}" destId="{21B42DD8-E6E7-4197-8DE9-EE4D2685C22F}" srcOrd="1" destOrd="0" presId="urn:microsoft.com/office/officeart/2005/8/layout/list1"/>
    <dgm:cxn modelId="{452B0C74-4CB1-4D6A-9842-3EA8497EDB72}" type="presParOf" srcId="{552EF85C-845B-44A1-81C2-C4AA39EE5A2F}" destId="{397C8D88-AB22-4B39-9527-3199B9F101FA}" srcOrd="1" destOrd="0" presId="urn:microsoft.com/office/officeart/2005/8/layout/list1"/>
    <dgm:cxn modelId="{57EA4F0A-B8F0-43E3-A6C8-63BB9726B275}" type="presParOf" srcId="{552EF85C-845B-44A1-81C2-C4AA39EE5A2F}" destId="{EFBE2D54-03AA-4C70-956B-E244514E38FD}" srcOrd="2" destOrd="0" presId="urn:microsoft.com/office/officeart/2005/8/layout/list1"/>
    <dgm:cxn modelId="{7A226B08-3476-4807-B2B0-160E61D3B579}" type="presParOf" srcId="{552EF85C-845B-44A1-81C2-C4AA39EE5A2F}" destId="{3F7E957D-59FF-476A-A6E8-81066386C7BA}" srcOrd="3" destOrd="0" presId="urn:microsoft.com/office/officeart/2005/8/layout/list1"/>
    <dgm:cxn modelId="{268336A4-FDA0-4733-95F6-8F47D4CB613F}" type="presParOf" srcId="{552EF85C-845B-44A1-81C2-C4AA39EE5A2F}" destId="{22428A4E-AD82-4A70-AD4B-E63EA9FEBF9C}" srcOrd="4" destOrd="0" presId="urn:microsoft.com/office/officeart/2005/8/layout/list1"/>
    <dgm:cxn modelId="{CB9A68DA-0801-4A69-AD8C-90F9BD8302ED}" type="presParOf" srcId="{22428A4E-AD82-4A70-AD4B-E63EA9FEBF9C}" destId="{CD253EFD-048D-4995-B65E-3FF4F2CDCA40}" srcOrd="0" destOrd="0" presId="urn:microsoft.com/office/officeart/2005/8/layout/list1"/>
    <dgm:cxn modelId="{ABDC7913-710A-4961-87EF-8CE5F4A9374B}" type="presParOf" srcId="{22428A4E-AD82-4A70-AD4B-E63EA9FEBF9C}" destId="{3C0BC191-5376-4319-8B87-5D26AEF7645A}" srcOrd="1" destOrd="0" presId="urn:microsoft.com/office/officeart/2005/8/layout/list1"/>
    <dgm:cxn modelId="{BD21CE9A-3B73-454C-9196-F10EC52A56B9}" type="presParOf" srcId="{552EF85C-845B-44A1-81C2-C4AA39EE5A2F}" destId="{9FAFE0AA-9E89-4108-8D1D-38AE0BBAB8AF}" srcOrd="5" destOrd="0" presId="urn:microsoft.com/office/officeart/2005/8/layout/list1"/>
    <dgm:cxn modelId="{DF456929-8075-42D8-9182-65410ACB068F}" type="presParOf" srcId="{552EF85C-845B-44A1-81C2-C4AA39EE5A2F}" destId="{1C5E778E-32CB-4DA9-B66B-F2803F508ECE}" srcOrd="6" destOrd="0" presId="urn:microsoft.com/office/officeart/2005/8/layout/list1"/>
    <dgm:cxn modelId="{68F36AC4-857C-4A45-91F5-ECB3ED40A975}" type="presParOf" srcId="{552EF85C-845B-44A1-81C2-C4AA39EE5A2F}" destId="{4FB40BE5-2ACA-45D6-BBC2-243E936D3974}" srcOrd="7" destOrd="0" presId="urn:microsoft.com/office/officeart/2005/8/layout/list1"/>
    <dgm:cxn modelId="{C2C840FF-B1B3-4E91-A25C-9AE6951BF827}" type="presParOf" srcId="{552EF85C-845B-44A1-81C2-C4AA39EE5A2F}" destId="{1FDD83AB-30AC-4BEA-B0A0-70E355340249}" srcOrd="8" destOrd="0" presId="urn:microsoft.com/office/officeart/2005/8/layout/list1"/>
    <dgm:cxn modelId="{5A0B72BB-AD3C-4949-8928-7A09A5EE61B6}" type="presParOf" srcId="{1FDD83AB-30AC-4BEA-B0A0-70E355340249}" destId="{5D28F6B5-749D-414F-BC42-664CE7672DE5}" srcOrd="0" destOrd="0" presId="urn:microsoft.com/office/officeart/2005/8/layout/list1"/>
    <dgm:cxn modelId="{00CC4C94-13AA-4B85-8DDE-F9ABD143DED9}" type="presParOf" srcId="{1FDD83AB-30AC-4BEA-B0A0-70E355340249}" destId="{8F75CF9E-897B-4A64-8554-C82E43454310}" srcOrd="1" destOrd="0" presId="urn:microsoft.com/office/officeart/2005/8/layout/list1"/>
    <dgm:cxn modelId="{0E00991D-A679-4119-A4E4-885EF0FCE739}" type="presParOf" srcId="{552EF85C-845B-44A1-81C2-C4AA39EE5A2F}" destId="{83C78D76-B544-4456-82F7-E838C936FEFF}" srcOrd="9" destOrd="0" presId="urn:microsoft.com/office/officeart/2005/8/layout/list1"/>
    <dgm:cxn modelId="{D19C72DD-D3F9-45F4-8ED9-5E4D308C3989}" type="presParOf" srcId="{552EF85C-845B-44A1-81C2-C4AA39EE5A2F}" destId="{473DCBF1-8549-4948-AE79-766A87F2425E}" srcOrd="10" destOrd="0" presId="urn:microsoft.com/office/officeart/2005/8/layout/list1"/>
    <dgm:cxn modelId="{07E48C9D-7A7C-4D6E-8990-EFA0EF902476}" type="presParOf" srcId="{552EF85C-845B-44A1-81C2-C4AA39EE5A2F}" destId="{7A1D84C3-C9D7-4972-BC97-CDE067746D66}" srcOrd="11" destOrd="0" presId="urn:microsoft.com/office/officeart/2005/8/layout/list1"/>
    <dgm:cxn modelId="{C6B13300-9414-4ABB-9720-2F1629A96E5F}" type="presParOf" srcId="{552EF85C-845B-44A1-81C2-C4AA39EE5A2F}" destId="{F1E3CAD0-3B7E-4A4D-89A2-DBCC9B52322B}" srcOrd="12" destOrd="0" presId="urn:microsoft.com/office/officeart/2005/8/layout/list1"/>
    <dgm:cxn modelId="{A8EB51A5-5B33-4349-B8BC-BDF852DB8DFE}" type="presParOf" srcId="{F1E3CAD0-3B7E-4A4D-89A2-DBCC9B52322B}" destId="{12084A86-8BA3-4253-87F1-0C536C3D751E}" srcOrd="0" destOrd="0" presId="urn:microsoft.com/office/officeart/2005/8/layout/list1"/>
    <dgm:cxn modelId="{2A493A9F-C38F-4282-AD7E-0195B381DC15}" type="presParOf" srcId="{F1E3CAD0-3B7E-4A4D-89A2-DBCC9B52322B}" destId="{5A7EF4CD-C305-49FF-9AC3-0A0C84AD136D}" srcOrd="1" destOrd="0" presId="urn:microsoft.com/office/officeart/2005/8/layout/list1"/>
    <dgm:cxn modelId="{C95A6D4D-93B0-4A6F-9ECE-E5CFE163ED82}" type="presParOf" srcId="{552EF85C-845B-44A1-81C2-C4AA39EE5A2F}" destId="{A7C69800-D6DE-443B-9DC0-23EDAD85BA09}" srcOrd="13" destOrd="0" presId="urn:microsoft.com/office/officeart/2005/8/layout/list1"/>
    <dgm:cxn modelId="{68D21CF4-659C-4900-99A5-9B8FF5887202}" type="presParOf" srcId="{552EF85C-845B-44A1-81C2-C4AA39EE5A2F}" destId="{44769BB6-C5AD-4BD2-B17F-AB8813A351E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8F471A-65DC-41FF-9387-6B6F32E1F993}">
      <dsp:nvSpPr>
        <dsp:cNvPr id="0" name=""/>
        <dsp:cNvSpPr/>
      </dsp:nvSpPr>
      <dsp:spPr>
        <a:xfrm>
          <a:off x="2944012" y="578921"/>
          <a:ext cx="4456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687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4949" y="622259"/>
        <a:ext cx="23814" cy="4762"/>
      </dsp:txXfrm>
    </dsp:sp>
    <dsp:sp modelId="{862A065A-E7A5-4723-A504-5B0D4C14DABF}">
      <dsp:nvSpPr>
        <dsp:cNvPr id="0" name=""/>
        <dsp:cNvSpPr/>
      </dsp:nvSpPr>
      <dsp:spPr>
        <a:xfrm>
          <a:off x="874997" y="3396"/>
          <a:ext cx="2070815" cy="12424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Document Loaders — Data Ingestion</a:t>
          </a:r>
          <a:endParaRPr lang="en-US" sz="1500" kern="1200"/>
        </a:p>
      </dsp:txBody>
      <dsp:txXfrm>
        <a:off x="874997" y="3396"/>
        <a:ext cx="2070815" cy="1242489"/>
      </dsp:txXfrm>
    </dsp:sp>
    <dsp:sp modelId="{3616BAD7-EC9D-493E-850B-354597DC3DC0}">
      <dsp:nvSpPr>
        <dsp:cNvPr id="0" name=""/>
        <dsp:cNvSpPr/>
      </dsp:nvSpPr>
      <dsp:spPr>
        <a:xfrm>
          <a:off x="1910404" y="1244085"/>
          <a:ext cx="2547103" cy="445687"/>
        </a:xfrm>
        <a:custGeom>
          <a:avLst/>
          <a:gdLst/>
          <a:ahLst/>
          <a:cxnLst/>
          <a:rect l="0" t="0" r="0" b="0"/>
          <a:pathLst>
            <a:path>
              <a:moveTo>
                <a:pt x="2547103" y="0"/>
              </a:moveTo>
              <a:lnTo>
                <a:pt x="2547103" y="239943"/>
              </a:lnTo>
              <a:lnTo>
                <a:pt x="0" y="239943"/>
              </a:lnTo>
              <a:lnTo>
                <a:pt x="0" y="44568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9175" y="1464548"/>
        <a:ext cx="129562" cy="4762"/>
      </dsp:txXfrm>
    </dsp:sp>
    <dsp:sp modelId="{FF4B2EDC-89AF-40D8-B6C3-68A09752A22A}">
      <dsp:nvSpPr>
        <dsp:cNvPr id="0" name=""/>
        <dsp:cNvSpPr/>
      </dsp:nvSpPr>
      <dsp:spPr>
        <a:xfrm>
          <a:off x="3422100" y="3396"/>
          <a:ext cx="2070815" cy="124248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Text Splitter — Chunking</a:t>
          </a:r>
          <a:endParaRPr lang="en-US" sz="1500" kern="1200"/>
        </a:p>
      </dsp:txBody>
      <dsp:txXfrm>
        <a:off x="3422100" y="3396"/>
        <a:ext cx="2070815" cy="1242489"/>
      </dsp:txXfrm>
    </dsp:sp>
    <dsp:sp modelId="{E44B049E-577E-4F74-9EEE-9AFF1675F196}">
      <dsp:nvSpPr>
        <dsp:cNvPr id="0" name=""/>
        <dsp:cNvSpPr/>
      </dsp:nvSpPr>
      <dsp:spPr>
        <a:xfrm>
          <a:off x="2944012" y="2297698"/>
          <a:ext cx="4456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687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4949" y="2341036"/>
        <a:ext cx="23814" cy="4762"/>
      </dsp:txXfrm>
    </dsp:sp>
    <dsp:sp modelId="{9D5C5895-BAA3-4AEC-B1FB-6287EAEAE383}">
      <dsp:nvSpPr>
        <dsp:cNvPr id="0" name=""/>
        <dsp:cNvSpPr/>
      </dsp:nvSpPr>
      <dsp:spPr>
        <a:xfrm>
          <a:off x="874997" y="1722173"/>
          <a:ext cx="2070815" cy="12424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SentenceTransformers — Embeddings</a:t>
          </a:r>
          <a:endParaRPr lang="en-US" sz="1500" kern="1200"/>
        </a:p>
      </dsp:txBody>
      <dsp:txXfrm>
        <a:off x="874997" y="1722173"/>
        <a:ext cx="2070815" cy="1242489"/>
      </dsp:txXfrm>
    </dsp:sp>
    <dsp:sp modelId="{8F41163F-833F-4A49-86FD-C4DE4544BE81}">
      <dsp:nvSpPr>
        <dsp:cNvPr id="0" name=""/>
        <dsp:cNvSpPr/>
      </dsp:nvSpPr>
      <dsp:spPr>
        <a:xfrm>
          <a:off x="1910404" y="2962862"/>
          <a:ext cx="2547103" cy="445687"/>
        </a:xfrm>
        <a:custGeom>
          <a:avLst/>
          <a:gdLst/>
          <a:ahLst/>
          <a:cxnLst/>
          <a:rect l="0" t="0" r="0" b="0"/>
          <a:pathLst>
            <a:path>
              <a:moveTo>
                <a:pt x="2547103" y="0"/>
              </a:moveTo>
              <a:lnTo>
                <a:pt x="2547103" y="239943"/>
              </a:lnTo>
              <a:lnTo>
                <a:pt x="0" y="239943"/>
              </a:lnTo>
              <a:lnTo>
                <a:pt x="0" y="44568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9175" y="3183325"/>
        <a:ext cx="129562" cy="4762"/>
      </dsp:txXfrm>
    </dsp:sp>
    <dsp:sp modelId="{632E486B-EABC-4666-B04D-AD801DB5DB4C}">
      <dsp:nvSpPr>
        <dsp:cNvPr id="0" name=""/>
        <dsp:cNvSpPr/>
      </dsp:nvSpPr>
      <dsp:spPr>
        <a:xfrm>
          <a:off x="3422100" y="1722173"/>
          <a:ext cx="2070815" cy="12424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FAISS — Vector Database</a:t>
          </a:r>
          <a:endParaRPr lang="en-US" sz="1500" kern="1200"/>
        </a:p>
      </dsp:txBody>
      <dsp:txXfrm>
        <a:off x="3422100" y="1722173"/>
        <a:ext cx="2070815" cy="1242489"/>
      </dsp:txXfrm>
    </dsp:sp>
    <dsp:sp modelId="{24A66056-70E0-4932-9E41-28392CEA514E}">
      <dsp:nvSpPr>
        <dsp:cNvPr id="0" name=""/>
        <dsp:cNvSpPr/>
      </dsp:nvSpPr>
      <dsp:spPr>
        <a:xfrm>
          <a:off x="2944012" y="4016474"/>
          <a:ext cx="4456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687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4949" y="4059813"/>
        <a:ext cx="23814" cy="4762"/>
      </dsp:txXfrm>
    </dsp:sp>
    <dsp:sp modelId="{EC18A055-2F7A-4732-B21E-41DF3CC7A273}">
      <dsp:nvSpPr>
        <dsp:cNvPr id="0" name=""/>
        <dsp:cNvSpPr/>
      </dsp:nvSpPr>
      <dsp:spPr>
        <a:xfrm>
          <a:off x="874997" y="3440950"/>
          <a:ext cx="2070815" cy="124248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/>
            <a:t>Retriever — Similarity Search</a:t>
          </a:r>
          <a:endParaRPr lang="en-US" sz="1500" kern="1200"/>
        </a:p>
      </dsp:txBody>
      <dsp:txXfrm>
        <a:off x="874997" y="3440950"/>
        <a:ext cx="2070815" cy="1242489"/>
      </dsp:txXfrm>
    </dsp:sp>
    <dsp:sp modelId="{4136A1FB-8BD3-44E3-87E4-20EFCE170697}">
      <dsp:nvSpPr>
        <dsp:cNvPr id="0" name=""/>
        <dsp:cNvSpPr/>
      </dsp:nvSpPr>
      <dsp:spPr>
        <a:xfrm>
          <a:off x="1910404" y="4681639"/>
          <a:ext cx="2547103" cy="445687"/>
        </a:xfrm>
        <a:custGeom>
          <a:avLst/>
          <a:gdLst/>
          <a:ahLst/>
          <a:cxnLst/>
          <a:rect l="0" t="0" r="0" b="0"/>
          <a:pathLst>
            <a:path>
              <a:moveTo>
                <a:pt x="2547103" y="0"/>
              </a:moveTo>
              <a:lnTo>
                <a:pt x="2547103" y="239943"/>
              </a:lnTo>
              <a:lnTo>
                <a:pt x="0" y="239943"/>
              </a:lnTo>
              <a:lnTo>
                <a:pt x="0" y="44568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9175" y="4902101"/>
        <a:ext cx="129562" cy="4762"/>
      </dsp:txXfrm>
    </dsp:sp>
    <dsp:sp modelId="{FE3F71DC-42AC-4455-9782-0BC1B3BDBC56}">
      <dsp:nvSpPr>
        <dsp:cNvPr id="0" name=""/>
        <dsp:cNvSpPr/>
      </dsp:nvSpPr>
      <dsp:spPr>
        <a:xfrm>
          <a:off x="3422100" y="3440950"/>
          <a:ext cx="2070815" cy="12424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llama.cpp — Local LLM Inference</a:t>
          </a:r>
          <a:endParaRPr lang="en-US" sz="1500" kern="1200"/>
        </a:p>
      </dsp:txBody>
      <dsp:txXfrm>
        <a:off x="3422100" y="3440950"/>
        <a:ext cx="2070815" cy="1242489"/>
      </dsp:txXfrm>
    </dsp:sp>
    <dsp:sp modelId="{625F1E5F-51FB-4030-A230-B61BEC083797}">
      <dsp:nvSpPr>
        <dsp:cNvPr id="0" name=""/>
        <dsp:cNvSpPr/>
      </dsp:nvSpPr>
      <dsp:spPr>
        <a:xfrm>
          <a:off x="874997" y="5159727"/>
          <a:ext cx="2070815" cy="124248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Prompting + RAG Chain — Answer Generation</a:t>
          </a:r>
        </a:p>
      </dsp:txBody>
      <dsp:txXfrm>
        <a:off x="874997" y="5159727"/>
        <a:ext cx="2070815" cy="12424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25B84E-B9DE-4EB1-A572-A623BEA48900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1965B-7960-4F7E-88A6-6383E77DAB86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FCF960-CF0D-4F59-AF6F-399F314CDC45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Used to load scientific articles (PDF/TXT) </a:t>
          </a:r>
          <a:endParaRPr lang="en-US" sz="1900" kern="1200"/>
        </a:p>
      </dsp:txBody>
      <dsp:txXfrm>
        <a:off x="836323" y="3399"/>
        <a:ext cx="9679276" cy="724089"/>
      </dsp:txXfrm>
    </dsp:sp>
    <dsp:sp modelId="{E61B7248-9013-41D6-9299-6B0C8064B720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CF09A-E013-4EF1-B223-9F9E549BC81B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795112-DED2-4EAD-B4AA-CD5F0D49F1D9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Based on </a:t>
          </a:r>
          <a:r>
            <a:rPr lang="fr-FR" sz="1900" b="1" kern="1200"/>
            <a:t>LangChain document loaders (PyPDFLoader, TextLoader)</a:t>
          </a:r>
          <a:r>
            <a:rPr lang="fr-FR" sz="1900" kern="1200"/>
            <a:t> </a:t>
          </a:r>
          <a:endParaRPr lang="en-US" sz="1900" kern="1200"/>
        </a:p>
      </dsp:txBody>
      <dsp:txXfrm>
        <a:off x="836323" y="908511"/>
        <a:ext cx="9679276" cy="724089"/>
      </dsp:txXfrm>
    </dsp:sp>
    <dsp:sp modelId="{22ACB9D4-A0BB-4910-8334-A13F0B744D18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81B47-7CE0-4F44-AA4D-0A8C1A1CDA38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F8127D-DD57-41E8-8EA6-E9CF6709D9F6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Converts raw files into structured text documents </a:t>
          </a:r>
          <a:endParaRPr lang="en-US" sz="1900" kern="1200"/>
        </a:p>
      </dsp:txBody>
      <dsp:txXfrm>
        <a:off x="836323" y="1813624"/>
        <a:ext cx="9679276" cy="724089"/>
      </dsp:txXfrm>
    </dsp:sp>
    <dsp:sp modelId="{601B222D-33CB-40EE-BFD7-064646AB9493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511D06-529D-4ACB-B555-ADEBE0145D33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EF632-EB30-4492-9EBC-DB4BEC53E26E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Handles different file formats easily</a:t>
          </a:r>
          <a:endParaRPr lang="en-US" sz="1900" kern="1200"/>
        </a:p>
      </dsp:txBody>
      <dsp:txXfrm>
        <a:off x="836323" y="2718736"/>
        <a:ext cx="9679276" cy="724089"/>
      </dsp:txXfrm>
    </dsp:sp>
    <dsp:sp modelId="{60CAFA32-CDFD-4FAE-8BB3-64AD1EE25D97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382A7-8168-41DB-BC92-4A09689A9A80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E1D31C-3610-44FD-9251-29A3484B1E9F}">
      <dsp:nvSpPr>
        <dsp:cNvPr id="0" name=""/>
        <dsp:cNvSpPr/>
      </dsp:nvSpPr>
      <dsp:spPr>
        <a:xfrm>
          <a:off x="836323" y="3623848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Role in pipeline:</a:t>
          </a:r>
          <a:endParaRPr lang="en-US" sz="1900" kern="1200"/>
        </a:p>
      </dsp:txBody>
      <dsp:txXfrm>
        <a:off x="836323" y="3623848"/>
        <a:ext cx="4732020" cy="724089"/>
      </dsp:txXfrm>
    </dsp:sp>
    <dsp:sp modelId="{608404FC-1A46-48F8-B3B6-D1E4847DD3EE}">
      <dsp:nvSpPr>
        <dsp:cNvPr id="0" name=""/>
        <dsp:cNvSpPr/>
      </dsp:nvSpPr>
      <dsp:spPr>
        <a:xfrm>
          <a:off x="5568343" y="3623848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Extract and structure raw document content for processing</a:t>
          </a:r>
        </a:p>
      </dsp:txBody>
      <dsp:txXfrm>
        <a:off x="5568343" y="3623848"/>
        <a:ext cx="4947256" cy="7240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87920-A78A-441A-A1A4-BDDC3E7F9D92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86C8FE-F665-49DA-BB2C-99E31EFFC135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CC0AD2-546F-4777-9954-79BF6FE02C53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Splits large documents into smaller chunks </a:t>
          </a:r>
          <a:endParaRPr lang="en-US" sz="1900" kern="1200"/>
        </a:p>
      </dsp:txBody>
      <dsp:txXfrm>
        <a:off x="836323" y="3399"/>
        <a:ext cx="9679276" cy="724089"/>
      </dsp:txXfrm>
    </dsp:sp>
    <dsp:sp modelId="{326977B5-601F-43C1-A824-E62CF64C3AE6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AD392-1AEE-4D9F-9FB6-3EC3929F792F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1DFA5A-58AB-4490-86DD-B8C4D76D91A8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Using </a:t>
          </a:r>
          <a:r>
            <a:rPr lang="fr-FR" sz="1900" b="1" kern="1200"/>
            <a:t>RecursiveCharacterTextSplitter (LangChain)</a:t>
          </a:r>
          <a:r>
            <a:rPr lang="fr-FR" sz="1900" kern="1200"/>
            <a:t> </a:t>
          </a:r>
          <a:endParaRPr lang="en-US" sz="1900" kern="1200"/>
        </a:p>
      </dsp:txBody>
      <dsp:txXfrm>
        <a:off x="836323" y="908511"/>
        <a:ext cx="9679276" cy="724089"/>
      </dsp:txXfrm>
    </dsp:sp>
    <dsp:sp modelId="{A286FF54-F7AE-4E7D-98F2-7B075827C098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F4A782-B5A8-45D0-B867-2B690495AB0D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83E6F-AB03-42C8-A411-C5091BF2CAB4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Preserves semantic coherence within chunks </a:t>
          </a:r>
          <a:endParaRPr lang="en-US" sz="1900" kern="1200"/>
        </a:p>
      </dsp:txBody>
      <dsp:txXfrm>
        <a:off x="836323" y="1813624"/>
        <a:ext cx="9679276" cy="724089"/>
      </dsp:txXfrm>
    </dsp:sp>
    <dsp:sp modelId="{95FE701E-C5FE-4297-961B-C7E326A40C05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0FF06B-67E7-4656-A383-96C94B5EDD3A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95115-E9DF-476A-B906-2BE0D1FE0857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Improves retrieval accuracy and efficiency</a:t>
          </a:r>
          <a:endParaRPr lang="en-US" sz="1900" kern="1200"/>
        </a:p>
      </dsp:txBody>
      <dsp:txXfrm>
        <a:off x="836323" y="2718736"/>
        <a:ext cx="9679276" cy="724089"/>
      </dsp:txXfrm>
    </dsp:sp>
    <dsp:sp modelId="{56622924-BD08-462F-A6FB-AAD1A93D24B2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63149B-7BBF-46FE-92D8-A8B1C4050F8A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F57CF0-5D34-4BEC-88BA-48C0519945DE}">
      <dsp:nvSpPr>
        <dsp:cNvPr id="0" name=""/>
        <dsp:cNvSpPr/>
      </dsp:nvSpPr>
      <dsp:spPr>
        <a:xfrm>
          <a:off x="836323" y="3623848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Role in pipeline:</a:t>
          </a:r>
          <a:endParaRPr lang="en-US" sz="1900" kern="1200"/>
        </a:p>
      </dsp:txBody>
      <dsp:txXfrm>
        <a:off x="836323" y="3623848"/>
        <a:ext cx="4732020" cy="724089"/>
      </dsp:txXfrm>
    </dsp:sp>
    <dsp:sp modelId="{D045F03A-9EBE-4FF9-B9C2-829250962174}">
      <dsp:nvSpPr>
        <dsp:cNvPr id="0" name=""/>
        <dsp:cNvSpPr/>
      </dsp:nvSpPr>
      <dsp:spPr>
        <a:xfrm>
          <a:off x="5568343" y="3623848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Create manageable text segments for embedding and retrieval</a:t>
          </a:r>
        </a:p>
      </dsp:txBody>
      <dsp:txXfrm>
        <a:off x="5568343" y="3623848"/>
        <a:ext cx="4947256" cy="7240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2960F0-1CAD-4B41-9880-184CB0D2AC71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BA9263-AEA6-4716-A620-7EB63B4BA5D9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63358F-6F08-4AF8-AFC7-44CE5B308E41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Converts text into </a:t>
          </a:r>
          <a:r>
            <a:rPr lang="fr-FR" sz="1900" b="1" kern="1200"/>
            <a:t>dense vector representations</a:t>
          </a:r>
          <a:r>
            <a:rPr lang="fr-FR" sz="1900" kern="1200"/>
            <a:t> </a:t>
          </a:r>
          <a:endParaRPr lang="en-US" sz="1900" kern="1200"/>
        </a:p>
      </dsp:txBody>
      <dsp:txXfrm>
        <a:off x="836323" y="3399"/>
        <a:ext cx="9679276" cy="724089"/>
      </dsp:txXfrm>
    </dsp:sp>
    <dsp:sp modelId="{28BA905D-585F-42CE-915C-F4ACA6BD90C0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906D7-F647-411E-BD36-4C051834E7E8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256D49-1361-43AD-8AC5-0353262B976E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Captures </a:t>
          </a:r>
          <a:r>
            <a:rPr lang="fr-FR" sz="1900" b="1" kern="1200"/>
            <a:t>semantic meaning</a:t>
          </a:r>
          <a:r>
            <a:rPr lang="fr-FR" sz="1900" kern="1200"/>
            <a:t>, not just keywords </a:t>
          </a:r>
          <a:endParaRPr lang="en-US" sz="1900" kern="1200"/>
        </a:p>
      </dsp:txBody>
      <dsp:txXfrm>
        <a:off x="836323" y="908511"/>
        <a:ext cx="9679276" cy="724089"/>
      </dsp:txXfrm>
    </dsp:sp>
    <dsp:sp modelId="{FD78092D-C25E-47D6-A692-7D80C23A2F1A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06544-D4B4-4630-BCD7-9AF50829CC39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A0836-F805-4810-AC38-ACD587471DE2}">
      <dsp:nvSpPr>
        <dsp:cNvPr id="0" name=""/>
        <dsp:cNvSpPr/>
      </dsp:nvSpPr>
      <dsp:spPr>
        <a:xfrm>
          <a:off x="836323" y="1813624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Enables similarity search between: </a:t>
          </a:r>
          <a:endParaRPr lang="en-US" sz="1900" kern="1200"/>
        </a:p>
      </dsp:txBody>
      <dsp:txXfrm>
        <a:off x="836323" y="1813624"/>
        <a:ext cx="4732020" cy="724089"/>
      </dsp:txXfrm>
    </dsp:sp>
    <dsp:sp modelId="{E7A1CFEE-7B8D-4369-9CF6-C58A7FD44A26}">
      <dsp:nvSpPr>
        <dsp:cNvPr id="0" name=""/>
        <dsp:cNvSpPr/>
      </dsp:nvSpPr>
      <dsp:spPr>
        <a:xfrm>
          <a:off x="5568343" y="1813624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- user question </a:t>
          </a:r>
          <a:endParaRPr lang="en-US" sz="1500" kern="1200" dirty="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- document </a:t>
          </a:r>
          <a:r>
            <a:rPr lang="fr-FR" sz="1500" kern="1200" dirty="0" err="1"/>
            <a:t>chunks</a:t>
          </a:r>
          <a:r>
            <a:rPr lang="fr-FR" sz="1500" kern="1200" dirty="0"/>
            <a:t> </a:t>
          </a:r>
          <a:endParaRPr lang="en-US" sz="1500" kern="1200" dirty="0"/>
        </a:p>
      </dsp:txBody>
      <dsp:txXfrm>
        <a:off x="5568343" y="1813624"/>
        <a:ext cx="4947256" cy="724089"/>
      </dsp:txXfrm>
    </dsp:sp>
    <dsp:sp modelId="{EFFFDF5F-5872-476D-A817-D4C950F10C3D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00F381-708D-4F57-AFE9-32F3CA04DB54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75170-00B4-4810-93A0-6DADE60D2209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Lightweight and works offline </a:t>
          </a:r>
          <a:endParaRPr lang="en-US" sz="1900" kern="1200"/>
        </a:p>
      </dsp:txBody>
      <dsp:txXfrm>
        <a:off x="836323" y="2718736"/>
        <a:ext cx="9679276" cy="724089"/>
      </dsp:txXfrm>
    </dsp:sp>
    <dsp:sp modelId="{BCDE96C5-6D92-4898-827E-7BCBA750E91E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0498D-CC40-4BBB-AB58-9F2905047F57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BA1F9-1C91-4E18-9060-51B2A2BEB992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 dirty="0" err="1"/>
            <a:t>Role</a:t>
          </a:r>
          <a:r>
            <a:rPr lang="fr-FR" sz="1900" b="1" kern="1200" dirty="0"/>
            <a:t> in pipeline: </a:t>
          </a:r>
          <a:r>
            <a:rPr lang="fr-FR" sz="1900" kern="1200" dirty="0" err="1"/>
            <a:t>Represent</a:t>
          </a:r>
          <a:r>
            <a:rPr lang="fr-FR" sz="1900" kern="1200" dirty="0"/>
            <a:t> documents and </a:t>
          </a:r>
          <a:r>
            <a:rPr lang="fr-FR" sz="1900" kern="1200" dirty="0" err="1"/>
            <a:t>queries</a:t>
          </a:r>
          <a:r>
            <a:rPr lang="fr-FR" sz="1900" kern="1200" dirty="0"/>
            <a:t> in the </a:t>
          </a:r>
          <a:r>
            <a:rPr lang="fr-FR" sz="1900" kern="1200" dirty="0" err="1"/>
            <a:t>same</a:t>
          </a:r>
          <a:r>
            <a:rPr lang="fr-FR" sz="1900" kern="1200" dirty="0"/>
            <a:t> </a:t>
          </a:r>
          <a:r>
            <a:rPr lang="fr-FR" sz="1900" kern="1200" dirty="0" err="1"/>
            <a:t>vector</a:t>
          </a:r>
          <a:r>
            <a:rPr lang="fr-FR" sz="1900" kern="1200" dirty="0"/>
            <a:t> </a:t>
          </a:r>
          <a:r>
            <a:rPr lang="fr-FR" sz="1900" kern="1200" dirty="0" err="1"/>
            <a:t>space</a:t>
          </a:r>
          <a:endParaRPr lang="en-US" sz="1900" kern="1200" dirty="0"/>
        </a:p>
      </dsp:txBody>
      <dsp:txXfrm>
        <a:off x="836323" y="3623848"/>
        <a:ext cx="9679276" cy="7240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5B20AE-A9A6-48B8-8ACF-199E2E681BFB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70FC8A-02DD-4BF7-BDC5-49F161944DB2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691CF1-B0D8-4A89-8926-65173918B36B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Stores embeddings efficiently </a:t>
          </a:r>
          <a:endParaRPr lang="en-US" sz="1900" kern="1200"/>
        </a:p>
      </dsp:txBody>
      <dsp:txXfrm>
        <a:off x="836323" y="3399"/>
        <a:ext cx="9679276" cy="724089"/>
      </dsp:txXfrm>
    </dsp:sp>
    <dsp:sp modelId="{EFFA0F3C-94EE-4BB1-B0A9-05C2DAE38874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4BE84C-ECA2-4EF1-BA9C-FAAD4192EE5E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2FB2AD-F9E1-4B2C-9CFA-8D593D03584B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Performs </a:t>
          </a:r>
          <a:r>
            <a:rPr lang="fr-FR" sz="1900" b="1" kern="1200"/>
            <a:t>fast similarity search</a:t>
          </a:r>
          <a:r>
            <a:rPr lang="fr-FR" sz="1900" kern="1200"/>
            <a:t> </a:t>
          </a:r>
          <a:endParaRPr lang="en-US" sz="1900" kern="1200"/>
        </a:p>
      </dsp:txBody>
      <dsp:txXfrm>
        <a:off x="836323" y="908511"/>
        <a:ext cx="9679276" cy="724089"/>
      </dsp:txXfrm>
    </dsp:sp>
    <dsp:sp modelId="{C43426B7-D458-4A62-8F29-4CFAA604FD71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351C8-6A09-47FE-9C00-C1FA9DD0C07B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E9607A-9BB8-4A0B-A4D2-62EBF369592E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Works fully </a:t>
          </a:r>
          <a:r>
            <a:rPr lang="fr-FR" sz="1900" b="1" kern="1200"/>
            <a:t>offline</a:t>
          </a:r>
          <a:r>
            <a:rPr lang="fr-FR" sz="1900" kern="1200"/>
            <a:t> </a:t>
          </a:r>
          <a:endParaRPr lang="en-US" sz="1900" kern="1200"/>
        </a:p>
      </dsp:txBody>
      <dsp:txXfrm>
        <a:off x="836323" y="1813624"/>
        <a:ext cx="9679276" cy="724089"/>
      </dsp:txXfrm>
    </dsp:sp>
    <dsp:sp modelId="{6CAACD0D-89B9-45BF-B7BC-B109F1160542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7DB9AD-11CB-4EC4-B529-D4444FA4E882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06CE6-3AD2-4A02-92BA-9583EA9EE266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Scales to large datasets </a:t>
          </a:r>
          <a:endParaRPr lang="en-US" sz="1900" kern="1200"/>
        </a:p>
      </dsp:txBody>
      <dsp:txXfrm>
        <a:off x="836323" y="2718736"/>
        <a:ext cx="9679276" cy="724089"/>
      </dsp:txXfrm>
    </dsp:sp>
    <dsp:sp modelId="{23144C81-5C96-4651-8B90-7EE561F35510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8339E-7B8C-4565-A617-EB0061706EE2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5B3AE-92E6-4CCF-A334-613D4AB79190}">
      <dsp:nvSpPr>
        <dsp:cNvPr id="0" name=""/>
        <dsp:cNvSpPr/>
      </dsp:nvSpPr>
      <dsp:spPr>
        <a:xfrm>
          <a:off x="836323" y="3623848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/>
            <a:t>Role in pipeline:</a:t>
          </a:r>
          <a:endParaRPr lang="en-US" sz="1900" kern="1200"/>
        </a:p>
      </dsp:txBody>
      <dsp:txXfrm>
        <a:off x="836323" y="3623848"/>
        <a:ext cx="4732020" cy="724089"/>
      </dsp:txXfrm>
    </dsp:sp>
    <dsp:sp modelId="{20F5D908-DA12-4672-A2FB-1FAA20F11F92}">
      <dsp:nvSpPr>
        <dsp:cNvPr id="0" name=""/>
        <dsp:cNvSpPr/>
      </dsp:nvSpPr>
      <dsp:spPr>
        <a:xfrm>
          <a:off x="5568343" y="3623848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Store and retrieve relevant document chunks using vector similarity</a:t>
          </a:r>
          <a:endParaRPr lang="en-US" sz="1800" kern="1200"/>
        </a:p>
      </dsp:txBody>
      <dsp:txXfrm>
        <a:off x="5568343" y="3623848"/>
        <a:ext cx="4947256" cy="7240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0AF006-868E-4039-92F8-3EC0058A0129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F9895A-E71E-4EF8-84C8-15307DF522AC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A4C10-85A0-4BF4-A723-827D91EEFC8B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Retrieves </a:t>
          </a:r>
          <a:r>
            <a:rPr lang="en-US" sz="1900" b="1" kern="1200"/>
            <a:t>top-k most relevant chunks</a:t>
          </a:r>
          <a:r>
            <a:rPr lang="en-US" sz="1900" kern="1200"/>
            <a:t> </a:t>
          </a:r>
        </a:p>
      </dsp:txBody>
      <dsp:txXfrm>
        <a:off x="836323" y="3399"/>
        <a:ext cx="9679276" cy="724089"/>
      </dsp:txXfrm>
    </dsp:sp>
    <dsp:sp modelId="{C950D9AF-44FD-4759-8DC9-844DA2AABFDB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8E5D9-E292-4C61-B0F4-A51C4742F655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213CC-C685-45D0-9270-6C59EA8729EB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Based on </a:t>
          </a:r>
          <a:r>
            <a:rPr lang="en-US" sz="1900" b="1" kern="1200"/>
            <a:t>cosine similarity (via FAISS)</a:t>
          </a:r>
          <a:r>
            <a:rPr lang="en-US" sz="1900" kern="1200"/>
            <a:t> </a:t>
          </a:r>
        </a:p>
      </dsp:txBody>
      <dsp:txXfrm>
        <a:off x="836323" y="908511"/>
        <a:ext cx="9679276" cy="724089"/>
      </dsp:txXfrm>
    </dsp:sp>
    <dsp:sp modelId="{34397A94-36E4-4CEE-BE18-4B691E34AB18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8EBCF-C7E1-41A4-9B07-2BADFD3BB03D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4C722-7945-458C-96BD-925810CE001C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Filters useful context from large document collections </a:t>
          </a:r>
        </a:p>
      </dsp:txBody>
      <dsp:txXfrm>
        <a:off x="836323" y="1813624"/>
        <a:ext cx="9679276" cy="724089"/>
      </dsp:txXfrm>
    </dsp:sp>
    <dsp:sp modelId="{7A8F9C03-90B9-4261-8C1E-635A0C705DCD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5ADBF-8B2D-4ACD-A19C-5D7AE640409F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12708-5E49-4A48-8733-F75541DB9BB9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Critical for grounding the LLM </a:t>
          </a:r>
        </a:p>
      </dsp:txBody>
      <dsp:txXfrm>
        <a:off x="836323" y="2718736"/>
        <a:ext cx="9679276" cy="724089"/>
      </dsp:txXfrm>
    </dsp:sp>
    <dsp:sp modelId="{941CCB4D-2AE5-4F32-8656-D97778F43E7E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8D7696-BC34-49F5-92B0-87E3E2FB84FD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2085C-8C71-4235-842C-A32D52A08BA2}">
      <dsp:nvSpPr>
        <dsp:cNvPr id="0" name=""/>
        <dsp:cNvSpPr/>
      </dsp:nvSpPr>
      <dsp:spPr>
        <a:xfrm>
          <a:off x="836323" y="3623848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Role in pipeline:</a:t>
          </a:r>
          <a:endParaRPr lang="en-US" sz="1900" kern="1200"/>
        </a:p>
      </dsp:txBody>
      <dsp:txXfrm>
        <a:off x="836323" y="3623848"/>
        <a:ext cx="4732020" cy="724089"/>
      </dsp:txXfrm>
    </dsp:sp>
    <dsp:sp modelId="{8436043D-3B2B-48F8-87CA-EC6BAF342B56}">
      <dsp:nvSpPr>
        <dsp:cNvPr id="0" name=""/>
        <dsp:cNvSpPr/>
      </dsp:nvSpPr>
      <dsp:spPr>
        <a:xfrm>
          <a:off x="5568343" y="3623848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Select the most relevant information for answering the query</a:t>
          </a:r>
        </a:p>
      </dsp:txBody>
      <dsp:txXfrm>
        <a:off x="5568343" y="3623848"/>
        <a:ext cx="4947256" cy="7240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0AF006-868E-4039-92F8-3EC0058A0129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F9895A-E71E-4EF8-84C8-15307DF522AC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A4C10-85A0-4BF4-A723-827D91EEFC8B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Runs </a:t>
          </a:r>
          <a:r>
            <a:rPr lang="fr-FR" sz="1900" kern="1200" dirty="0" err="1"/>
            <a:t>LLMs</a:t>
          </a:r>
          <a:r>
            <a:rPr lang="fr-FR" sz="1900" kern="1200" dirty="0"/>
            <a:t> </a:t>
          </a:r>
          <a:r>
            <a:rPr lang="fr-FR" sz="1900" kern="1200" dirty="0" err="1"/>
            <a:t>locally</a:t>
          </a:r>
          <a:r>
            <a:rPr lang="fr-FR" sz="1900" kern="1200" dirty="0"/>
            <a:t> </a:t>
          </a:r>
          <a:r>
            <a:rPr lang="fr-FR" sz="1900" kern="1200" dirty="0" err="1"/>
            <a:t>using</a:t>
          </a:r>
          <a:r>
            <a:rPr lang="fr-FR" sz="1900" kern="1200" dirty="0"/>
            <a:t> </a:t>
          </a:r>
          <a:r>
            <a:rPr lang="fr-FR" sz="1900" b="1" kern="1200" dirty="0"/>
            <a:t>GGUF </a:t>
          </a:r>
          <a:r>
            <a:rPr lang="fr-FR" sz="1900" b="1" kern="1200" dirty="0" err="1"/>
            <a:t>models</a:t>
          </a:r>
          <a:r>
            <a:rPr lang="fr-FR" sz="1900" kern="1200" dirty="0"/>
            <a:t> </a:t>
          </a:r>
          <a:endParaRPr lang="en-US" sz="1900" kern="1200" dirty="0"/>
        </a:p>
      </dsp:txBody>
      <dsp:txXfrm>
        <a:off x="836323" y="3399"/>
        <a:ext cx="9679276" cy="724089"/>
      </dsp:txXfrm>
    </dsp:sp>
    <dsp:sp modelId="{C950D9AF-44FD-4759-8DC9-844DA2AABFDB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8E5D9-E292-4C61-B0F4-A51C4742F655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213CC-C685-45D0-9270-6C59EA8729EB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Supports </a:t>
          </a:r>
          <a:r>
            <a:rPr lang="fr-FR" sz="1900" kern="1200" dirty="0" err="1"/>
            <a:t>models</a:t>
          </a:r>
          <a:r>
            <a:rPr lang="fr-FR" sz="1900" kern="1200" dirty="0"/>
            <a:t> like: Mistral , </a:t>
          </a:r>
          <a:r>
            <a:rPr lang="fr-FR" sz="1900" kern="1200" dirty="0" err="1"/>
            <a:t>TinyLlama</a:t>
          </a:r>
          <a:r>
            <a:rPr lang="fr-FR" sz="1900" kern="1200" dirty="0"/>
            <a:t> and Gemma </a:t>
          </a:r>
          <a:r>
            <a:rPr lang="en-US" sz="1900" kern="1200" dirty="0"/>
            <a:t> </a:t>
          </a:r>
        </a:p>
      </dsp:txBody>
      <dsp:txXfrm>
        <a:off x="836323" y="908511"/>
        <a:ext cx="9679276" cy="724089"/>
      </dsp:txXfrm>
    </dsp:sp>
    <dsp:sp modelId="{34397A94-36E4-4CEE-BE18-4B691E34AB18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8EBCF-C7E1-41A4-9B07-2BADFD3BB03D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4C722-7945-458C-96BD-925810CE001C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No API </a:t>
          </a:r>
          <a:r>
            <a:rPr lang="fr-FR" sz="1900" kern="1200" dirty="0" err="1"/>
            <a:t>required</a:t>
          </a:r>
          <a:r>
            <a:rPr lang="fr-FR" sz="1900" kern="1200" dirty="0"/>
            <a:t> → </a:t>
          </a:r>
          <a:r>
            <a:rPr lang="fr-FR" sz="1900" b="1" kern="1200" dirty="0" err="1"/>
            <a:t>fully</a:t>
          </a:r>
          <a:r>
            <a:rPr lang="fr-FR" sz="1900" b="1" kern="1200" dirty="0"/>
            <a:t> offline</a:t>
          </a:r>
          <a:r>
            <a:rPr lang="fr-FR" sz="1900" kern="1200" dirty="0"/>
            <a:t> </a:t>
          </a:r>
          <a:endParaRPr lang="en-US" sz="1900" kern="1200" dirty="0"/>
        </a:p>
      </dsp:txBody>
      <dsp:txXfrm>
        <a:off x="836323" y="1813624"/>
        <a:ext cx="9679276" cy="724089"/>
      </dsp:txXfrm>
    </dsp:sp>
    <dsp:sp modelId="{7A8F9C03-90B9-4261-8C1E-635A0C705DCD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5ADBF-8B2D-4ACD-A19C-5D7AE640409F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12708-5E49-4A48-8733-F75541DB9BB9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Efficient </a:t>
          </a:r>
          <a:r>
            <a:rPr lang="fr-FR" sz="1900" kern="1200" dirty="0" err="1"/>
            <a:t>inference</a:t>
          </a:r>
          <a:r>
            <a:rPr lang="fr-FR" sz="1900" kern="1200" dirty="0"/>
            <a:t> on CPU/GPU </a:t>
          </a:r>
          <a:endParaRPr lang="en-US" sz="1900" kern="1200" dirty="0"/>
        </a:p>
      </dsp:txBody>
      <dsp:txXfrm>
        <a:off x="836323" y="2718736"/>
        <a:ext cx="9679276" cy="724089"/>
      </dsp:txXfrm>
    </dsp:sp>
    <dsp:sp modelId="{941CCB4D-2AE5-4F32-8656-D97778F43E7E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8D7696-BC34-49F5-92B0-87E3E2FB84FD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2085C-8C71-4235-842C-A32D52A08BA2}">
      <dsp:nvSpPr>
        <dsp:cNvPr id="0" name=""/>
        <dsp:cNvSpPr/>
      </dsp:nvSpPr>
      <dsp:spPr>
        <a:xfrm>
          <a:off x="836323" y="3623848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Role in pipeline:</a:t>
          </a:r>
          <a:endParaRPr lang="en-US" sz="1900" kern="1200" dirty="0"/>
        </a:p>
      </dsp:txBody>
      <dsp:txXfrm>
        <a:off x="836323" y="3623848"/>
        <a:ext cx="4732020" cy="724089"/>
      </dsp:txXfrm>
    </dsp:sp>
    <dsp:sp modelId="{8436043D-3B2B-48F8-87CA-EC6BAF342B56}">
      <dsp:nvSpPr>
        <dsp:cNvPr id="0" name=""/>
        <dsp:cNvSpPr/>
      </dsp:nvSpPr>
      <dsp:spPr>
        <a:xfrm>
          <a:off x="5568343" y="3623848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Generate</a:t>
          </a:r>
          <a:r>
            <a:rPr lang="fr-FR" sz="1800" kern="1200" dirty="0"/>
            <a:t> </a:t>
          </a:r>
          <a:r>
            <a:rPr lang="fr-FR" sz="1800" kern="1200" dirty="0" err="1"/>
            <a:t>answers</a:t>
          </a:r>
          <a:r>
            <a:rPr lang="fr-FR" sz="1800" kern="1200" dirty="0"/>
            <a:t> </a:t>
          </a:r>
          <a:r>
            <a:rPr lang="fr-FR" sz="1800" kern="1200" dirty="0" err="1"/>
            <a:t>using</a:t>
          </a:r>
          <a:r>
            <a:rPr lang="fr-FR" sz="1800" kern="1200" dirty="0"/>
            <a:t> </a:t>
          </a:r>
          <a:r>
            <a:rPr lang="fr-FR" sz="1800" kern="1200" dirty="0" err="1"/>
            <a:t>retrieved</a:t>
          </a:r>
          <a:r>
            <a:rPr lang="fr-FR" sz="1800" kern="1200" dirty="0"/>
            <a:t> </a:t>
          </a:r>
          <a:r>
            <a:rPr lang="fr-FR" sz="1800" kern="1200" dirty="0" err="1"/>
            <a:t>context</a:t>
          </a:r>
          <a:endParaRPr lang="en-US" sz="1800" kern="1200" dirty="0"/>
        </a:p>
      </dsp:txBody>
      <dsp:txXfrm>
        <a:off x="5568343" y="3623848"/>
        <a:ext cx="4947256" cy="7240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A30935-828B-44E7-A00F-AE1DE3D320D5}">
      <dsp:nvSpPr>
        <dsp:cNvPr id="0" name=""/>
        <dsp:cNvSpPr/>
      </dsp:nvSpPr>
      <dsp:spPr>
        <a:xfrm>
          <a:off x="0" y="3928"/>
          <a:ext cx="10515600" cy="914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D2849B-4861-4115-A1DD-986AA03E447A}">
      <dsp:nvSpPr>
        <dsp:cNvPr id="0" name=""/>
        <dsp:cNvSpPr/>
      </dsp:nvSpPr>
      <dsp:spPr>
        <a:xfrm>
          <a:off x="276611" y="209672"/>
          <a:ext cx="502929" cy="502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5F7E7-3D5C-4DCA-912E-0B41988EF2DD}">
      <dsp:nvSpPr>
        <dsp:cNvPr id="0" name=""/>
        <dsp:cNvSpPr/>
      </dsp:nvSpPr>
      <dsp:spPr>
        <a:xfrm>
          <a:off x="1056151" y="3928"/>
          <a:ext cx="4732020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Combines: </a:t>
          </a:r>
          <a:endParaRPr lang="en-US" sz="2200" kern="1200"/>
        </a:p>
      </dsp:txBody>
      <dsp:txXfrm>
        <a:off x="1056151" y="3928"/>
        <a:ext cx="4732020" cy="914416"/>
      </dsp:txXfrm>
    </dsp:sp>
    <dsp:sp modelId="{027C7BF7-CC09-4B46-B92E-D55C5885D6D6}">
      <dsp:nvSpPr>
        <dsp:cNvPr id="0" name=""/>
        <dsp:cNvSpPr/>
      </dsp:nvSpPr>
      <dsp:spPr>
        <a:xfrm>
          <a:off x="5788171" y="3928"/>
          <a:ext cx="4726396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 err="1"/>
            <a:t>retrieved</a:t>
          </a:r>
          <a:r>
            <a:rPr lang="fr-FR" sz="1600" kern="1200" dirty="0"/>
            <a:t> </a:t>
          </a:r>
          <a:r>
            <a:rPr lang="fr-FR" sz="1600" kern="1200" dirty="0" err="1"/>
            <a:t>context</a:t>
          </a:r>
          <a:r>
            <a:rPr lang="fr-FR" sz="1600" kern="1200" dirty="0"/>
            <a:t> </a:t>
          </a: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user question </a:t>
          </a:r>
          <a:endParaRPr lang="en-US" sz="1600" kern="1200" dirty="0"/>
        </a:p>
      </dsp:txBody>
      <dsp:txXfrm>
        <a:off x="5788171" y="3928"/>
        <a:ext cx="4726396" cy="914416"/>
      </dsp:txXfrm>
    </dsp:sp>
    <dsp:sp modelId="{4B5A1ECA-6AB6-493A-B133-3A73C18E0E32}">
      <dsp:nvSpPr>
        <dsp:cNvPr id="0" name=""/>
        <dsp:cNvSpPr/>
      </dsp:nvSpPr>
      <dsp:spPr>
        <a:xfrm>
          <a:off x="0" y="1146949"/>
          <a:ext cx="10515600" cy="914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6E4711-68F7-437D-8172-122713B708AB}">
      <dsp:nvSpPr>
        <dsp:cNvPr id="0" name=""/>
        <dsp:cNvSpPr/>
      </dsp:nvSpPr>
      <dsp:spPr>
        <a:xfrm>
          <a:off x="276611" y="1352693"/>
          <a:ext cx="502929" cy="502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2AC16-B3C3-4692-B086-BF7B1761BC98}">
      <dsp:nvSpPr>
        <dsp:cNvPr id="0" name=""/>
        <dsp:cNvSpPr/>
      </dsp:nvSpPr>
      <dsp:spPr>
        <a:xfrm>
          <a:off x="1056151" y="1146949"/>
          <a:ext cx="9458416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Uses </a:t>
          </a:r>
          <a:r>
            <a:rPr lang="fr-FR" sz="2200" b="1" kern="1200"/>
            <a:t>LangChain pipeline / custom RAG chain</a:t>
          </a:r>
          <a:r>
            <a:rPr lang="fr-FR" sz="2200" kern="1200"/>
            <a:t> </a:t>
          </a:r>
          <a:endParaRPr lang="en-US" sz="2200" kern="1200"/>
        </a:p>
      </dsp:txBody>
      <dsp:txXfrm>
        <a:off x="1056151" y="1146949"/>
        <a:ext cx="9458416" cy="914416"/>
      </dsp:txXfrm>
    </dsp:sp>
    <dsp:sp modelId="{8B0CE294-E8A7-4B01-94CC-D2AFF14B5A04}">
      <dsp:nvSpPr>
        <dsp:cNvPr id="0" name=""/>
        <dsp:cNvSpPr/>
      </dsp:nvSpPr>
      <dsp:spPr>
        <a:xfrm>
          <a:off x="0" y="2289971"/>
          <a:ext cx="10515600" cy="914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07B20D-6207-4D06-8EF9-1ABFE2AD6B11}">
      <dsp:nvSpPr>
        <dsp:cNvPr id="0" name=""/>
        <dsp:cNvSpPr/>
      </dsp:nvSpPr>
      <dsp:spPr>
        <a:xfrm>
          <a:off x="276611" y="2495714"/>
          <a:ext cx="502929" cy="5029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4AB26-9F05-44E6-AFCA-A2837DFED0E8}">
      <dsp:nvSpPr>
        <dsp:cNvPr id="0" name=""/>
        <dsp:cNvSpPr/>
      </dsp:nvSpPr>
      <dsp:spPr>
        <a:xfrm>
          <a:off x="1056151" y="2289971"/>
          <a:ext cx="4732020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Ensures answers are: </a:t>
          </a:r>
          <a:endParaRPr lang="en-US" sz="2200" kern="1200"/>
        </a:p>
      </dsp:txBody>
      <dsp:txXfrm>
        <a:off x="1056151" y="2289971"/>
        <a:ext cx="4732020" cy="914416"/>
      </dsp:txXfrm>
    </dsp:sp>
    <dsp:sp modelId="{2B4B07F3-4287-4853-8C6A-35B5873DAF95}">
      <dsp:nvSpPr>
        <dsp:cNvPr id="0" name=""/>
        <dsp:cNvSpPr/>
      </dsp:nvSpPr>
      <dsp:spPr>
        <a:xfrm>
          <a:off x="5788171" y="2289971"/>
          <a:ext cx="4726396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grounded</a:t>
          </a:r>
          <a:r>
            <a:rPr lang="fr-FR" sz="1200" kern="1200" dirty="0"/>
            <a:t> </a:t>
          </a:r>
          <a:endParaRPr lang="en-US" sz="12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relevant</a:t>
          </a:r>
          <a:r>
            <a:rPr lang="fr-FR" sz="1200" kern="1200" dirty="0"/>
            <a:t> 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/>
            <a:t>less</a:t>
          </a:r>
          <a:r>
            <a:rPr lang="fr-FR" sz="1200" kern="1200" dirty="0"/>
            <a:t> </a:t>
          </a:r>
          <a:r>
            <a:rPr lang="fr-FR" sz="1400" kern="1200" dirty="0" err="1"/>
            <a:t>hallucinated</a:t>
          </a:r>
          <a:r>
            <a:rPr lang="fr-FR" sz="1200" kern="1200" dirty="0"/>
            <a:t> </a:t>
          </a:r>
          <a:endParaRPr lang="en-US" sz="1200" kern="1200" dirty="0"/>
        </a:p>
      </dsp:txBody>
      <dsp:txXfrm>
        <a:off x="5788171" y="2289971"/>
        <a:ext cx="4726396" cy="914416"/>
      </dsp:txXfrm>
    </dsp:sp>
    <dsp:sp modelId="{6461997F-0957-4B08-82D2-E05FCF4E4562}">
      <dsp:nvSpPr>
        <dsp:cNvPr id="0" name=""/>
        <dsp:cNvSpPr/>
      </dsp:nvSpPr>
      <dsp:spPr>
        <a:xfrm>
          <a:off x="0" y="3432992"/>
          <a:ext cx="10515600" cy="914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B45EF0-9849-4BB7-886E-FDE16CBBE3AF}">
      <dsp:nvSpPr>
        <dsp:cNvPr id="0" name=""/>
        <dsp:cNvSpPr/>
      </dsp:nvSpPr>
      <dsp:spPr>
        <a:xfrm>
          <a:off x="276611" y="3638736"/>
          <a:ext cx="502929" cy="5029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B72A1-0046-4F80-A18B-8E528F60EEF8}">
      <dsp:nvSpPr>
        <dsp:cNvPr id="0" name=""/>
        <dsp:cNvSpPr/>
      </dsp:nvSpPr>
      <dsp:spPr>
        <a:xfrm>
          <a:off x="1056151" y="3432992"/>
          <a:ext cx="9458416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Role in pipeline: </a:t>
          </a:r>
          <a:r>
            <a:rPr lang="fr-FR" sz="2200" kern="1200"/>
            <a:t>Produce final answer conditioned on retrieved knowledge</a:t>
          </a:r>
          <a:endParaRPr lang="en-US" sz="2200" kern="1200"/>
        </a:p>
      </dsp:txBody>
      <dsp:txXfrm>
        <a:off x="1056151" y="3432992"/>
        <a:ext cx="9458416" cy="9144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0BE30-EF50-4A33-A4C6-3FE7D98014F4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266B95-225F-45E8-9A35-0D773482DED6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/>
            <a:t>📄 Document Loader </a:t>
          </a:r>
          <a:endParaRPr lang="en-US" sz="4100" kern="1200"/>
        </a:p>
      </dsp:txBody>
      <dsp:txXfrm>
        <a:off x="0" y="675"/>
        <a:ext cx="6900512" cy="1106957"/>
      </dsp:txXfrm>
    </dsp:sp>
    <dsp:sp modelId="{DEE71EC4-8D35-4E67-BB08-43987EF643E4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E7AB9C-EE24-46C7-827A-098ED80C9821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/>
            <a:t>✂️ Text Splitter </a:t>
          </a:r>
          <a:endParaRPr lang="en-US" sz="4100" kern="1200"/>
        </a:p>
      </dsp:txBody>
      <dsp:txXfrm>
        <a:off x="0" y="1107633"/>
        <a:ext cx="6900512" cy="1106957"/>
      </dsp:txXfrm>
    </dsp:sp>
    <dsp:sp modelId="{3C5BC1EE-830B-4EA9-A9E5-7EDF1D49DCFB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4E1F5-A572-47D1-9554-904F63D03180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/>
            <a:t>🔍 Vector Store (FAISS) </a:t>
          </a:r>
          <a:endParaRPr lang="en-US" sz="4100" kern="1200"/>
        </a:p>
      </dsp:txBody>
      <dsp:txXfrm>
        <a:off x="0" y="2214591"/>
        <a:ext cx="6900512" cy="1106957"/>
      </dsp:txXfrm>
    </dsp:sp>
    <dsp:sp modelId="{CCED4E5C-8151-4B25-B492-5BB290386899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7626F-E887-43A9-8749-88809CD55977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/>
            <a:t>🤖</a:t>
          </a:r>
          <a:r>
            <a:rPr lang="en-US" sz="4100" kern="1200"/>
            <a:t> LLM (local GGUF models) </a:t>
          </a:r>
        </a:p>
      </dsp:txBody>
      <dsp:txXfrm>
        <a:off x="0" y="3321549"/>
        <a:ext cx="6900512" cy="1106957"/>
      </dsp:txXfrm>
    </dsp:sp>
    <dsp:sp modelId="{686D9005-8234-43A4-85EC-42C4902F17F6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53EBA-2F40-4069-9550-E5D7D43BBE09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/>
            <a:t>🔁 RAG chain </a:t>
          </a:r>
          <a:endParaRPr lang="en-US" sz="4100" kern="1200"/>
        </a:p>
      </dsp:txBody>
      <dsp:txXfrm>
        <a:off x="0" y="4428507"/>
        <a:ext cx="6900512" cy="110695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A46F57-1743-425B-A77F-BA1F786D2F44}">
      <dsp:nvSpPr>
        <dsp:cNvPr id="0" name=""/>
        <dsp:cNvSpPr/>
      </dsp:nvSpPr>
      <dsp:spPr>
        <a:xfrm>
          <a:off x="3364992" y="1912"/>
          <a:ext cx="3785616" cy="836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/>
            <a:t>Mistral 7B </a:t>
          </a:r>
          <a:endParaRPr lang="en-US" sz="4000" kern="1200"/>
        </a:p>
      </dsp:txBody>
      <dsp:txXfrm>
        <a:off x="3405805" y="42725"/>
        <a:ext cx="3703990" cy="754434"/>
      </dsp:txXfrm>
    </dsp:sp>
    <dsp:sp modelId="{BDD0366D-9678-4E6A-9CEE-9529A9CFC3C7}">
      <dsp:nvSpPr>
        <dsp:cNvPr id="0" name=""/>
        <dsp:cNvSpPr/>
      </dsp:nvSpPr>
      <dsp:spPr>
        <a:xfrm>
          <a:off x="3364992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/>
            <a:t>TinyLlama 1.1B </a:t>
          </a:r>
          <a:endParaRPr lang="en-US" sz="4000" kern="1200"/>
        </a:p>
      </dsp:txBody>
      <dsp:txXfrm>
        <a:off x="3405805" y="920588"/>
        <a:ext cx="3703990" cy="754434"/>
      </dsp:txXfrm>
    </dsp:sp>
    <dsp:sp modelId="{3883D6A3-F9A7-4C5E-B024-6C5F2BFCE29D}">
      <dsp:nvSpPr>
        <dsp:cNvPr id="0" name=""/>
        <dsp:cNvSpPr/>
      </dsp:nvSpPr>
      <dsp:spPr>
        <a:xfrm>
          <a:off x="3364992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/>
            <a:t>Gemma 2B </a:t>
          </a:r>
          <a:endParaRPr lang="en-US" sz="4000" kern="1200"/>
        </a:p>
      </dsp:txBody>
      <dsp:txXfrm>
        <a:off x="3405805" y="1798451"/>
        <a:ext cx="3703990" cy="754434"/>
      </dsp:txXfrm>
    </dsp:sp>
    <dsp:sp modelId="{CC7A1B05-A7CF-400D-8E4A-5E161B60C0CC}">
      <dsp:nvSpPr>
        <dsp:cNvPr id="0" name=""/>
        <dsp:cNvSpPr/>
      </dsp:nvSpPr>
      <dsp:spPr>
        <a:xfrm>
          <a:off x="3364992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/>
            <a:t>Qwen 1.5B </a:t>
          </a:r>
          <a:endParaRPr lang="en-US" sz="4000" kern="1200"/>
        </a:p>
      </dsp:txBody>
      <dsp:txXfrm>
        <a:off x="3405805" y="2676315"/>
        <a:ext cx="3703990" cy="754434"/>
      </dsp:txXfrm>
    </dsp:sp>
    <dsp:sp modelId="{C48FE6F6-1848-4343-A166-7414AD19DCF0}">
      <dsp:nvSpPr>
        <dsp:cNvPr id="0" name=""/>
        <dsp:cNvSpPr/>
      </dsp:nvSpPr>
      <dsp:spPr>
        <a:xfrm>
          <a:off x="3364992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kern="1200"/>
            <a:t>Phi-3 mini </a:t>
          </a:r>
          <a:endParaRPr lang="en-US" sz="4000" kern="1200"/>
        </a:p>
      </dsp:txBody>
      <dsp:txXfrm>
        <a:off x="3405805" y="3554178"/>
        <a:ext cx="3703990" cy="7544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5AF103-2698-4DCA-A389-703E87DB5BBE}">
      <dsp:nvSpPr>
        <dsp:cNvPr id="0" name=""/>
        <dsp:cNvSpPr/>
      </dsp:nvSpPr>
      <dsp:spPr>
        <a:xfrm>
          <a:off x="1273582" y="562"/>
          <a:ext cx="5094330" cy="310897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844" tIns="789679" rIns="98844" bIns="78967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EigenGAN </a:t>
          </a:r>
          <a:endParaRPr lang="en-US" sz="2100" kern="120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MFGAN </a:t>
          </a:r>
          <a:endParaRPr lang="en-US" sz="2100" kern="120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CMGAN </a:t>
          </a:r>
          <a:endParaRPr lang="en-US" sz="2100" kern="120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Ontology Depth </a:t>
          </a:r>
          <a:endParaRPr lang="en-US" sz="2100" kern="1200"/>
        </a:p>
      </dsp:txBody>
      <dsp:txXfrm>
        <a:off x="1273582" y="562"/>
        <a:ext cx="5094330" cy="3108974"/>
      </dsp:txXfrm>
    </dsp:sp>
    <dsp:sp modelId="{8081D885-DE46-4D31-9275-9EE31C560E38}">
      <dsp:nvSpPr>
        <dsp:cNvPr id="0" name=""/>
        <dsp:cNvSpPr/>
      </dsp:nvSpPr>
      <dsp:spPr>
        <a:xfrm>
          <a:off x="0" y="562"/>
          <a:ext cx="1273582" cy="31089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394" tIns="307098" rIns="67394" bIns="30709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4 papers: </a:t>
          </a:r>
          <a:endParaRPr lang="en-US" sz="2600" kern="1200"/>
        </a:p>
      </dsp:txBody>
      <dsp:txXfrm>
        <a:off x="0" y="562"/>
        <a:ext cx="1273582" cy="3108974"/>
      </dsp:txXfrm>
    </dsp:sp>
    <dsp:sp modelId="{46265148-FAF9-4947-8AB7-971A148FD3D1}">
      <dsp:nvSpPr>
        <dsp:cNvPr id="0" name=""/>
        <dsp:cNvSpPr/>
      </dsp:nvSpPr>
      <dsp:spPr>
        <a:xfrm>
          <a:off x="1273582" y="3296075"/>
          <a:ext cx="5094330" cy="3108974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844" tIns="789679" rIns="98844" bIns="789679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Questions </a:t>
          </a:r>
          <a:endParaRPr lang="en-US" sz="2100" kern="120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/>
            <a:t>Ground-truth keywords </a:t>
          </a:r>
          <a:endParaRPr lang="en-US" sz="2100" kern="120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“We designed structured evaluation queries with semantic ground truth.”</a:t>
          </a:r>
        </a:p>
      </dsp:txBody>
      <dsp:txXfrm>
        <a:off x="1273582" y="3296075"/>
        <a:ext cx="5094330" cy="3108974"/>
      </dsp:txXfrm>
    </dsp:sp>
    <dsp:sp modelId="{8DB07CAC-2515-40D6-B6EA-E2BE9277A82F}">
      <dsp:nvSpPr>
        <dsp:cNvPr id="0" name=""/>
        <dsp:cNvSpPr/>
      </dsp:nvSpPr>
      <dsp:spPr>
        <a:xfrm>
          <a:off x="0" y="3296075"/>
          <a:ext cx="1273582" cy="3108974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394" tIns="307098" rIns="67394" bIns="307098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Each: </a:t>
          </a:r>
          <a:endParaRPr lang="en-US" sz="2600" kern="1200"/>
        </a:p>
      </dsp:txBody>
      <dsp:txXfrm>
        <a:off x="0" y="3296075"/>
        <a:ext cx="1273582" cy="310897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542A49-FEF5-4517-ACF5-E5F05B524FF8}">
      <dsp:nvSpPr>
        <dsp:cNvPr id="0" name=""/>
        <dsp:cNvSpPr/>
      </dsp:nvSpPr>
      <dsp:spPr>
        <a:xfrm>
          <a:off x="762194" y="1196617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C5B6B-5EEA-4957-B97F-69B90945C802}">
      <dsp:nvSpPr>
        <dsp:cNvPr id="0" name=""/>
        <dsp:cNvSpPr/>
      </dsp:nvSpPr>
      <dsp:spPr>
        <a:xfrm>
          <a:off x="8092" y="2092925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2100" b="1" kern="1200"/>
            <a:t>Answer Quality</a:t>
          </a:r>
          <a:endParaRPr lang="en-US" sz="2100" kern="1200"/>
        </a:p>
      </dsp:txBody>
      <dsp:txXfrm>
        <a:off x="8092" y="2092925"/>
        <a:ext cx="2320312" cy="348046"/>
      </dsp:txXfrm>
    </dsp:sp>
    <dsp:sp modelId="{FF0174D0-3BE2-4745-800B-C168B4143044}">
      <dsp:nvSpPr>
        <dsp:cNvPr id="0" name=""/>
        <dsp:cNvSpPr/>
      </dsp:nvSpPr>
      <dsp:spPr>
        <a:xfrm>
          <a:off x="8092" y="2480134"/>
          <a:ext cx="2320312" cy="674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Semantic similarity (embeddings) </a:t>
          </a:r>
          <a:endParaRPr lang="en-US" sz="1600" kern="1200"/>
        </a:p>
      </dsp:txBody>
      <dsp:txXfrm>
        <a:off x="8092" y="2480134"/>
        <a:ext cx="2320312" cy="674585"/>
      </dsp:txXfrm>
    </dsp:sp>
    <dsp:sp modelId="{18F018F8-5D57-4960-AAAF-821F13A789D9}">
      <dsp:nvSpPr>
        <dsp:cNvPr id="0" name=""/>
        <dsp:cNvSpPr/>
      </dsp:nvSpPr>
      <dsp:spPr>
        <a:xfrm>
          <a:off x="3488561" y="1196617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CB802-3A18-4B1B-B3D8-3186C154AE6F}">
      <dsp:nvSpPr>
        <dsp:cNvPr id="0" name=""/>
        <dsp:cNvSpPr/>
      </dsp:nvSpPr>
      <dsp:spPr>
        <a:xfrm>
          <a:off x="2734460" y="2092925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2100" b="1" kern="1200"/>
            <a:t>Faithfulness</a:t>
          </a:r>
          <a:endParaRPr lang="en-US" sz="2100" kern="1200"/>
        </a:p>
      </dsp:txBody>
      <dsp:txXfrm>
        <a:off x="2734460" y="2092925"/>
        <a:ext cx="2320312" cy="348046"/>
      </dsp:txXfrm>
    </dsp:sp>
    <dsp:sp modelId="{80944367-BF54-4D51-8430-E068ABF8ECC5}">
      <dsp:nvSpPr>
        <dsp:cNvPr id="0" name=""/>
        <dsp:cNvSpPr/>
      </dsp:nvSpPr>
      <dsp:spPr>
        <a:xfrm>
          <a:off x="2734460" y="2480134"/>
          <a:ext cx="2320312" cy="674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Alignment between answer and context </a:t>
          </a:r>
          <a:endParaRPr lang="en-US" sz="1600" kern="1200"/>
        </a:p>
      </dsp:txBody>
      <dsp:txXfrm>
        <a:off x="2734460" y="2480134"/>
        <a:ext cx="2320312" cy="674585"/>
      </dsp:txXfrm>
    </dsp:sp>
    <dsp:sp modelId="{3D3A30CA-AC19-4695-919D-9338BFF57F09}">
      <dsp:nvSpPr>
        <dsp:cNvPr id="0" name=""/>
        <dsp:cNvSpPr/>
      </dsp:nvSpPr>
      <dsp:spPr>
        <a:xfrm>
          <a:off x="6214928" y="1196617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54C174-08AF-4E34-A174-DE06645A10F7}">
      <dsp:nvSpPr>
        <dsp:cNvPr id="0" name=""/>
        <dsp:cNvSpPr/>
      </dsp:nvSpPr>
      <dsp:spPr>
        <a:xfrm>
          <a:off x="5460827" y="2092925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2100" b="1" kern="1200"/>
            <a:t>Context Utilization</a:t>
          </a:r>
          <a:endParaRPr lang="en-US" sz="2100" kern="1200"/>
        </a:p>
      </dsp:txBody>
      <dsp:txXfrm>
        <a:off x="5460827" y="2092925"/>
        <a:ext cx="2320312" cy="348046"/>
      </dsp:txXfrm>
    </dsp:sp>
    <dsp:sp modelId="{B918679B-450D-4E3D-A0D5-81CA4155D679}">
      <dsp:nvSpPr>
        <dsp:cNvPr id="0" name=""/>
        <dsp:cNvSpPr/>
      </dsp:nvSpPr>
      <dsp:spPr>
        <a:xfrm>
          <a:off x="5460827" y="2480134"/>
          <a:ext cx="2320312" cy="674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Coverage of retrieved chunks </a:t>
          </a:r>
          <a:endParaRPr lang="en-US" sz="1600" kern="1200"/>
        </a:p>
      </dsp:txBody>
      <dsp:txXfrm>
        <a:off x="5460827" y="2480134"/>
        <a:ext cx="2320312" cy="674585"/>
      </dsp:txXfrm>
    </dsp:sp>
    <dsp:sp modelId="{3807363D-D218-426B-885C-6D55B0027C65}">
      <dsp:nvSpPr>
        <dsp:cNvPr id="0" name=""/>
        <dsp:cNvSpPr/>
      </dsp:nvSpPr>
      <dsp:spPr>
        <a:xfrm>
          <a:off x="8941296" y="1196617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7373F-632F-4F6F-91A5-E61C4801112A}">
      <dsp:nvSpPr>
        <dsp:cNvPr id="0" name=""/>
        <dsp:cNvSpPr/>
      </dsp:nvSpPr>
      <dsp:spPr>
        <a:xfrm>
          <a:off x="8187194" y="2092925"/>
          <a:ext cx="2320312" cy="348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FR" sz="2100" b="1" kern="1200"/>
            <a:t>Latency</a:t>
          </a:r>
          <a:endParaRPr lang="en-US" sz="2100" kern="1200"/>
        </a:p>
      </dsp:txBody>
      <dsp:txXfrm>
        <a:off x="8187194" y="2092925"/>
        <a:ext cx="2320312" cy="348046"/>
      </dsp:txXfrm>
    </dsp:sp>
    <dsp:sp modelId="{0AD9597D-EC01-49CA-8652-E961FCFE91D3}">
      <dsp:nvSpPr>
        <dsp:cNvPr id="0" name=""/>
        <dsp:cNvSpPr/>
      </dsp:nvSpPr>
      <dsp:spPr>
        <a:xfrm>
          <a:off x="8187194" y="2480134"/>
          <a:ext cx="2320312" cy="674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Time per query </a:t>
          </a:r>
          <a:endParaRPr lang="en-US" sz="1600" kern="1200"/>
        </a:p>
      </dsp:txBody>
      <dsp:txXfrm>
        <a:off x="8187194" y="2480134"/>
        <a:ext cx="2320312" cy="67458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E2D54-03AA-4C70-956B-E244514E38FD}">
      <dsp:nvSpPr>
        <dsp:cNvPr id="0" name=""/>
        <dsp:cNvSpPr/>
      </dsp:nvSpPr>
      <dsp:spPr>
        <a:xfrm>
          <a:off x="0" y="568049"/>
          <a:ext cx="5811128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B42DD8-E6E7-4197-8DE9-EE4D2685C22F}">
      <dsp:nvSpPr>
        <dsp:cNvPr id="0" name=""/>
        <dsp:cNvSpPr/>
      </dsp:nvSpPr>
      <dsp:spPr>
        <a:xfrm>
          <a:off x="290556" y="110489"/>
          <a:ext cx="4067789" cy="9151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753" tIns="0" rIns="153753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/>
            <a:t>Fully offline </a:t>
          </a:r>
          <a:endParaRPr lang="en-US" sz="3100" kern="1200"/>
        </a:p>
      </dsp:txBody>
      <dsp:txXfrm>
        <a:off x="335228" y="155161"/>
        <a:ext cx="3978445" cy="825776"/>
      </dsp:txXfrm>
    </dsp:sp>
    <dsp:sp modelId="{1C5E778E-32CB-4DA9-B66B-F2803F508ECE}">
      <dsp:nvSpPr>
        <dsp:cNvPr id="0" name=""/>
        <dsp:cNvSpPr/>
      </dsp:nvSpPr>
      <dsp:spPr>
        <a:xfrm>
          <a:off x="0" y="1974209"/>
          <a:ext cx="5811128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0BC191-5376-4319-8B87-5D26AEF7645A}">
      <dsp:nvSpPr>
        <dsp:cNvPr id="0" name=""/>
        <dsp:cNvSpPr/>
      </dsp:nvSpPr>
      <dsp:spPr>
        <a:xfrm>
          <a:off x="290556" y="1516649"/>
          <a:ext cx="4067789" cy="9151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753" tIns="0" rIns="153753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/>
            <a:t>Reproducible </a:t>
          </a:r>
          <a:endParaRPr lang="en-US" sz="3100" kern="1200"/>
        </a:p>
      </dsp:txBody>
      <dsp:txXfrm>
        <a:off x="335228" y="1561321"/>
        <a:ext cx="3978445" cy="825776"/>
      </dsp:txXfrm>
    </dsp:sp>
    <dsp:sp modelId="{473DCBF1-8549-4948-AE79-766A87F2425E}">
      <dsp:nvSpPr>
        <dsp:cNvPr id="0" name=""/>
        <dsp:cNvSpPr/>
      </dsp:nvSpPr>
      <dsp:spPr>
        <a:xfrm>
          <a:off x="0" y="3380369"/>
          <a:ext cx="5811128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5CF9E-897B-4A64-8554-C82E43454310}">
      <dsp:nvSpPr>
        <dsp:cNvPr id="0" name=""/>
        <dsp:cNvSpPr/>
      </dsp:nvSpPr>
      <dsp:spPr>
        <a:xfrm>
          <a:off x="290556" y="2922809"/>
          <a:ext cx="4067789" cy="9151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753" tIns="0" rIns="153753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/>
            <a:t>Interpretable metrics </a:t>
          </a:r>
          <a:endParaRPr lang="en-US" sz="3100" kern="1200"/>
        </a:p>
      </dsp:txBody>
      <dsp:txXfrm>
        <a:off x="335228" y="2967481"/>
        <a:ext cx="3978445" cy="825776"/>
      </dsp:txXfrm>
    </dsp:sp>
    <dsp:sp modelId="{44769BB6-C5AD-4BD2-B17F-AB8813A351E7}">
      <dsp:nvSpPr>
        <dsp:cNvPr id="0" name=""/>
        <dsp:cNvSpPr/>
      </dsp:nvSpPr>
      <dsp:spPr>
        <a:xfrm>
          <a:off x="0" y="4786529"/>
          <a:ext cx="5811128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7EF4CD-C305-49FF-9AC3-0A0C84AD136D}">
      <dsp:nvSpPr>
        <dsp:cNvPr id="0" name=""/>
        <dsp:cNvSpPr/>
      </dsp:nvSpPr>
      <dsp:spPr>
        <a:xfrm>
          <a:off x="290556" y="4328969"/>
          <a:ext cx="4067789" cy="9151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753" tIns="0" rIns="153753" bIns="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/>
            <a:t>Interactive system </a:t>
          </a:r>
          <a:endParaRPr lang="en-US" sz="3100" kern="1200"/>
        </a:p>
      </dsp:txBody>
      <dsp:txXfrm>
        <a:off x="335228" y="4373641"/>
        <a:ext cx="3978445" cy="825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9725F-7605-45C9-969A-DD5AFF4336AD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F36C8-8777-4582-8658-3939637CE8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702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is to build a system that answers questions accurately using real documents, while reducing hallucinations and evaluating model performance.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F36C8-8777-4582-8658-3939637CE89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3350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Onother</a:t>
            </a:r>
            <a:r>
              <a:rPr lang="fr-FR" dirty="0"/>
              <a:t> options Chroma / </a:t>
            </a:r>
            <a:r>
              <a:rPr lang="fr-FR" dirty="0" err="1"/>
              <a:t>Pinecone</a:t>
            </a:r>
            <a:r>
              <a:rPr lang="fr-FR" dirty="0"/>
              <a:t> / </a:t>
            </a:r>
            <a:r>
              <a:rPr lang="fr-FR" dirty="0" err="1"/>
              <a:t>Weaviate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F36C8-8777-4582-8658-3939637CE89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702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 integrates </a:t>
            </a:r>
            <a:r>
              <a:rPr lang="en-US" dirty="0" err="1"/>
              <a:t>LangChain</a:t>
            </a:r>
            <a:r>
              <a:rPr lang="en-US" dirty="0"/>
              <a:t> for orchestration, </a:t>
            </a:r>
            <a:r>
              <a:rPr lang="en-US" dirty="0" err="1"/>
              <a:t>SentenceTransformers</a:t>
            </a:r>
            <a:r>
              <a:rPr lang="en-US" dirty="0"/>
              <a:t> for semantic encoding, FAISS for efficient retrieval, and llama.cpp for fully local and grounded answer generation.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F36C8-8777-4582-8658-3939637CE89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412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Runnable-based pipeline with context preservation.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F36C8-8777-4582-8658-3939637CE89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7264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compare models with different sizes to analyze quality vs latency trade-offs.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F36C8-8777-4582-8658-3939637CE89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9783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embedding-based metrics to enable fully offline evaluation without LLM judges.”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F36C8-8777-4582-8658-3939637CE890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6867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F36C8-8777-4582-8658-3939637CE890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123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2D2E97-A308-4CEE-0A79-8D1EAC7C2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D1B98FF-5CE4-EEBA-F659-F448EF756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9E2B07-28CB-6048-A86D-8089E293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6CF7-E43C-40F0-8A76-E1CFCB320FE0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49AE98-F44D-2352-47AF-181230443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93DA08-DB43-0A4A-2911-1142E260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F250-63D0-4230-9F4E-0A67CDF71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2240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F124C-E84D-8CFE-99A4-8FB12141A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7B2100-9EE5-ACC1-8E4D-D6085666C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130982-5752-18E1-94AB-EE95F85E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6CF7-E43C-40F0-8A76-E1CFCB320FE0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FA478C-8B41-347B-137B-9391C04AB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84A222-D987-B76A-CA43-2BC3E5EF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F250-63D0-4230-9F4E-0A67CDF71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21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314D26-8149-565D-4DA8-43CFFBAC8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036CDB-ADF9-81F2-0634-9A9BF7CF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EF973-BD4A-43AE-39BB-7AAC5111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6CF7-E43C-40F0-8A76-E1CFCB320FE0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31A4C7-16EA-8CC2-583A-0C9DB1E22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B2C6FA-0C5C-4507-7B31-6E6C58CC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F250-63D0-4230-9F4E-0A67CDF71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85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7D2B54-196F-7076-ABF5-463D7E0E3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8A09A1-7D97-8ABF-42EA-22DAEAD795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CC9111-9024-A3CF-4ECB-95DE5F767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ABBC62-C800-4FC9-7911-C278634C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6CF7-E43C-40F0-8A76-E1CFCB320FE0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50CE67-F40F-D683-2FFB-CD385647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7E2C457-A896-10AF-58C6-350AD6D95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F250-63D0-4230-9F4E-0A67CDF71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9330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DE5908-6785-A692-D32B-C10D4134C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E50787-DF77-6EA1-5E45-2F75768F3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930DD86-67AA-1C62-DCD0-AFA7EB30E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B6C67F-B9C8-013E-A7DF-82205DDE4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946BF0-713C-112A-EAE3-599A19D0C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75A9B1E-25AB-551B-1284-EB2E2BA1B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6CF7-E43C-40F0-8A76-E1CFCB320FE0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1CAC77F-1E1D-E3F9-7C12-5669783A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A6049DE-A4F3-85A0-3D51-50E1EB06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F250-63D0-4230-9F4E-0A67CDF71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055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A646BD-31A6-95B3-83F6-48C81813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A2DA6BA-A053-36C4-7CEC-1B94FE1BC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6CF7-E43C-40F0-8A76-E1CFCB320FE0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6AFC32-FD03-AF26-BC0B-295CE1FCD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DEF237-C2A2-C8BB-9BA0-D18C67239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F250-63D0-4230-9F4E-0A67CDF71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08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3C22DED-BFE2-5A01-A495-CFB4DF16B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6CF7-E43C-40F0-8A76-E1CFCB320FE0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E90823-7C9E-0883-2E70-716906130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527E9B-5D35-FD10-0CF8-372E9B6D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F250-63D0-4230-9F4E-0A67CDF71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2539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A76302-F517-0D18-94C8-F41B0D736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78D8E6-B448-3AAD-C0F9-31D660769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9075E5F-E6F1-BA90-3A83-002D04DB0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D1AF1E-CE2B-7967-2A4B-BDC241BC5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6CF7-E43C-40F0-8A76-E1CFCB320FE0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A2FA7B-70AE-5A67-02B2-EE21039A8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488CDF-5AF8-ADC4-9005-870914E2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F250-63D0-4230-9F4E-0A67CDF71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181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D41220-CDF5-2D7F-FA00-819F1CBA5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84C08EA-6CC8-4BA5-AFCB-68E528D37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DF646C0-D212-F714-1C98-221886FAF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3D6094-0BDE-B906-28F2-0A6C194E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6CF7-E43C-40F0-8A76-E1CFCB320FE0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C6298E-4CC8-AC64-88C6-AA450990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AA2053F-7B86-D384-B820-DFAF2C40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F250-63D0-4230-9F4E-0A67CDF71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871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1E1D96-13E0-7BB8-4189-BF8054FD7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782270E-6F33-B723-B29C-ED21C3202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6A7766-2A6A-B5DD-E449-CDCD34C5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6CF7-E43C-40F0-8A76-E1CFCB320FE0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0B1929-98A9-2D6C-5AEF-426DDBA95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8546ED-0901-72E1-4F3D-35EFE266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F250-63D0-4230-9F4E-0A67CDF71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4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B6DD556-0F72-BDB5-3BDA-C1364ED16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B4B06D-FF7F-6F7A-B515-54229A805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FC2F48-EECD-2F34-F0BA-E576E9DFB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6CF7-E43C-40F0-8A76-E1CFCB320FE0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626D07-9491-FB2C-D936-9203402C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697ACC-687A-A17C-916B-F57FA18C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0F250-63D0-4230-9F4E-0A67CDF71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7301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E744120-A982-851A-CC24-D5D4ADE70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35ED77-7862-8166-D814-1A01A0287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ACBE2E-05B7-244B-5F5F-656B0ADC8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06CF7-E43C-40F0-8A76-E1CFCB320FE0}" type="datetimeFigureOut">
              <a:rPr lang="fr-FR" smtClean="0"/>
              <a:t>27/03/2026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799D1C-A3AB-5D83-51CD-7ABEDE705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0FBB03-A374-EF5F-6343-F1E5E885A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70F250-63D0-4230-9F4E-0A67CDF71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79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44.jpe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9D20DA-9E69-3E52-477B-9D4C822C9F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RAG Pipeline &amp; Open-Source LLM Benchmarking</a:t>
            </a:r>
            <a:r>
              <a:rPr lang="en-US" dirty="0"/>
              <a:t> </a:t>
            </a:r>
            <a:br>
              <a:rPr lang="en-US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DB0629-4E42-D34A-0279-F2062B2C11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Moussa BADDOUR, M.Sc.</a:t>
            </a:r>
            <a:br>
              <a:rPr lang="fr-FR" dirty="0"/>
            </a:br>
            <a:r>
              <a:rPr lang="en-US" b="1" dirty="0"/>
              <a:t>R&amp;D Engineer 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NLP &amp; Large Language Models</a:t>
            </a:r>
            <a:br>
              <a:rPr lang="en-US" dirty="0"/>
            </a:br>
            <a:r>
              <a:rPr lang="en-US" dirty="0"/>
              <a:t>University of Rennes / b-com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Ph.D. Candidate in Computer Science (Defense 6 May 2026)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876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ED668B-42D8-69BC-9A9C-1C9B3E44B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fr-FR" sz="3600" b="1" dirty="0" err="1">
                <a:solidFill>
                  <a:schemeClr val="tx2"/>
                </a:solidFill>
              </a:rPr>
              <a:t>Problem</a:t>
            </a:r>
            <a:r>
              <a:rPr lang="fr-FR" sz="3600" b="1" dirty="0">
                <a:solidFill>
                  <a:schemeClr val="tx2"/>
                </a:solidFill>
              </a:rPr>
              <a:t> &amp; Motivation</a:t>
            </a:r>
          </a:p>
        </p:txBody>
      </p:sp>
      <p:sp>
        <p:nvSpPr>
          <p:cNvPr id="48" name="Espace réservé du contenu 2">
            <a:extLst>
              <a:ext uri="{FF2B5EF4-FFF2-40B4-BE49-F238E27FC236}">
                <a16:creationId xmlns:a16="http://schemas.microsoft.com/office/drawing/2014/main" id="{C3035E45-7C2C-2C60-20F5-97E5980FD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2421682"/>
            <a:ext cx="5353152" cy="363928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Scientific articles are </a:t>
            </a:r>
            <a:r>
              <a:rPr lang="en-US" sz="1800" b="1" dirty="0">
                <a:solidFill>
                  <a:schemeClr val="tx2"/>
                </a:solidFill>
              </a:rPr>
              <a:t>long and difficult to read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</a:p>
          <a:p>
            <a:r>
              <a:rPr lang="en-US" sz="1800" dirty="0">
                <a:solidFill>
                  <a:schemeClr val="tx2"/>
                </a:solidFill>
              </a:rPr>
              <a:t>Important information is </a:t>
            </a:r>
            <a:r>
              <a:rPr lang="en-US" sz="1800" b="1" dirty="0">
                <a:solidFill>
                  <a:schemeClr val="tx2"/>
                </a:solidFill>
              </a:rPr>
              <a:t>spread across many sections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</a:p>
          <a:p>
            <a:r>
              <a:rPr lang="en-US" sz="1800" dirty="0">
                <a:solidFill>
                  <a:schemeClr val="tx2"/>
                </a:solidFill>
              </a:rPr>
              <a:t>It takes time to </a:t>
            </a:r>
            <a:r>
              <a:rPr lang="en-US" sz="1800" b="1" dirty="0">
                <a:solidFill>
                  <a:schemeClr val="tx2"/>
                </a:solidFill>
              </a:rPr>
              <a:t>find precise answers manually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</a:p>
          <a:p>
            <a:r>
              <a:rPr lang="en-US" sz="1800" dirty="0">
                <a:solidFill>
                  <a:schemeClr val="tx2"/>
                </a:solidFill>
              </a:rPr>
              <a:t>Standard LLMs: 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Can give </a:t>
            </a:r>
            <a:r>
              <a:rPr lang="en-US" sz="1800" b="1" dirty="0">
                <a:solidFill>
                  <a:schemeClr val="tx2"/>
                </a:solidFill>
              </a:rPr>
              <a:t>incorrect or hallucinated answers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Do </a:t>
            </a:r>
            <a:r>
              <a:rPr lang="en-US" sz="1800" b="1" dirty="0">
                <a:solidFill>
                  <a:schemeClr val="tx2"/>
                </a:solidFill>
              </a:rPr>
              <a:t>not rely on source documents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Are </a:t>
            </a:r>
            <a:r>
              <a:rPr lang="en-US" sz="1800" b="1" dirty="0">
                <a:solidFill>
                  <a:schemeClr val="tx2"/>
                </a:solidFill>
              </a:rPr>
              <a:t>not trustworthy for scientific use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endParaRPr lang="fr-FR" sz="1800" dirty="0">
              <a:solidFill>
                <a:schemeClr val="tx2"/>
              </a:solidFill>
            </a:endParaRPr>
          </a:p>
        </p:txBody>
      </p:sp>
      <p:pic>
        <p:nvPicPr>
          <p:cNvPr id="47" name="Graphic 6" descr="Questions">
            <a:extLst>
              <a:ext uri="{FF2B5EF4-FFF2-40B4-BE49-F238E27FC236}">
                <a16:creationId xmlns:a16="http://schemas.microsoft.com/office/drawing/2014/main" id="{6E783E02-1502-E941-5851-AF5990CB0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5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BAD13F58-6393-17BD-9553-B240CF36D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57259"/>
            <a:ext cx="10905066" cy="534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250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2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1150CF03-C9FC-361C-6CF8-57B228737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Technologies Used in My RAG System</a:t>
            </a:r>
            <a:endParaRPr lang="fr-FR" sz="4800">
              <a:solidFill>
                <a:schemeClr val="bg1"/>
              </a:solidFill>
            </a:endParaRP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5B019C85-6BCB-3312-01D3-54AB33C102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7696906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2892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409857-8C82-D69C-3AD8-E6FECA0B1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Document Loaders — Data Ingestion</a:t>
            </a:r>
            <a:br>
              <a:rPr lang="fr-FR" b="1"/>
            </a:br>
            <a:endParaRPr lang="fr-FR" dirty="0"/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15E46AA5-5D0E-4F5B-CD2C-B7DA7AE041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38079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0166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192C75-406E-2389-C2B4-43C24E16A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err="1"/>
              <a:t>Text</a:t>
            </a:r>
            <a:r>
              <a:rPr lang="fr-FR" b="1" dirty="0"/>
              <a:t> Splitter — </a:t>
            </a:r>
            <a:r>
              <a:rPr lang="fr-FR" b="1" dirty="0" err="1"/>
              <a:t>Chunking</a:t>
            </a:r>
            <a:br>
              <a:rPr lang="fr-FR" b="1" dirty="0"/>
            </a:br>
            <a:endParaRPr lang="fr-FR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65A58458-7DFB-0F10-A022-6C6E750736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97957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503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A6F7B0-A585-69CB-AFE0-8EB6F7083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SentenceTransformers</a:t>
            </a:r>
            <a:r>
              <a:rPr lang="fr-FR" b="1" dirty="0"/>
              <a:t> — </a:t>
            </a:r>
            <a:r>
              <a:rPr lang="fr-FR" b="1" dirty="0" err="1"/>
              <a:t>Embeddings</a:t>
            </a:r>
            <a:endParaRPr lang="fr-FR" b="1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6CFEA878-3592-D195-7451-FCBED7F130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26417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1368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99F61-2E99-99A5-5DBD-E6C859EBB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FAISS — </a:t>
            </a:r>
            <a:r>
              <a:rPr lang="fr-FR" b="1" dirty="0" err="1"/>
              <a:t>Vector</a:t>
            </a:r>
            <a:r>
              <a:rPr lang="fr-FR" b="1" dirty="0"/>
              <a:t> </a:t>
            </a:r>
            <a:r>
              <a:rPr lang="fr-FR" b="1" dirty="0" err="1"/>
              <a:t>Database</a:t>
            </a:r>
            <a:br>
              <a:rPr lang="fr-FR" b="1" dirty="0"/>
            </a:br>
            <a:endParaRPr lang="fr-FR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E37B65E5-4106-1319-9DFD-F92D3DBDF8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3822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0862AF-9F62-D682-AC66-500711469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Retriever — Similarity Search</a:t>
            </a:r>
            <a:endParaRPr lang="fr-FR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448479AF-A19A-61AD-C545-0014366EC3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2294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0BB3-C280-3199-E811-C390567D9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D39097-61A9-EDA2-B4D9-B5A045C4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llama.cpp — Local LLM </a:t>
            </a:r>
            <a:r>
              <a:rPr lang="fr-FR" b="1" dirty="0" err="1"/>
              <a:t>Inference</a:t>
            </a:r>
            <a:br>
              <a:rPr lang="fr-FR" b="1" dirty="0"/>
            </a:br>
            <a:endParaRPr lang="fr-FR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71C1D64B-A482-60A3-0870-FD61CCD71C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5844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594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279648-6D1C-91A6-FA07-8A483B950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err="1"/>
              <a:t>Prompting</a:t>
            </a:r>
            <a:r>
              <a:rPr lang="fr-FR" b="1" dirty="0"/>
              <a:t> + RAG Chain — </a:t>
            </a:r>
            <a:r>
              <a:rPr lang="fr-FR" b="1" dirty="0" err="1"/>
              <a:t>Answer</a:t>
            </a:r>
            <a:r>
              <a:rPr lang="fr-FR" b="1" dirty="0"/>
              <a:t> </a:t>
            </a:r>
            <a:r>
              <a:rPr lang="fr-FR" b="1" dirty="0" err="1"/>
              <a:t>Generation</a:t>
            </a:r>
            <a:br>
              <a:rPr lang="fr-FR" b="1" dirty="0"/>
            </a:br>
            <a:endParaRPr lang="fr-FR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75C65172-32E5-093A-FB10-80B71F173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0510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16895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BF4D43-18FF-C467-50CD-780B81AC0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 b="1"/>
              <a:t>System Architecture</a:t>
            </a:r>
            <a:br>
              <a:rPr lang="fr-FR" sz="4600"/>
            </a:br>
            <a:endParaRPr lang="fr-FR" sz="460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33FCA543-B787-49AE-F4FC-15EEC2CC4A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71026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2298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ED06BB-2B3F-FE05-1F24-2B101456A15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60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CDABED6-0185-FD16-17CC-D77B13C4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Models Evaluated</a:t>
            </a:r>
            <a:br>
              <a:rPr lang="fr-FR"/>
            </a:br>
            <a:endParaRPr lang="fr-FR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4D6FEC1A-9D66-78F0-4418-470D1AC1C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988586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55042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1F8927E-A32C-86B1-ACBD-16C64D196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Dataset</a:t>
            </a:r>
            <a:endParaRPr lang="fr-FR" sz="4800">
              <a:solidFill>
                <a:schemeClr val="bg1"/>
              </a:solidFill>
            </a:endParaRP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001ED233-14ED-1636-6E46-74046DFDB7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141580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1320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F94318B-E109-7DE0-BC58-B93541AEC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3600" b="1"/>
              <a:t>Evaluation Metrics</a:t>
            </a:r>
            <a:br>
              <a:rPr lang="fr-FR" sz="3600"/>
            </a:br>
            <a:endParaRPr lang="fr-FR" sz="360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260EDEB7-8EE5-8132-1EEA-177F940312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1156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3298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3709E-32CD-654E-464B-C05787A6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0D9F3B-EDE4-1186-0841-1090FB4B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7BFFC53-958C-16BE-3052-654DF2024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740" y="1825625"/>
            <a:ext cx="97265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55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EDF62-E486-FE5E-6926-1D032EF8F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8622C6-0A0D-2449-67DC-6470EB904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E4850A7-6FB4-0EDD-DAAE-E6D15B965F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5" y="2546556"/>
            <a:ext cx="12057612" cy="289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265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9F822-7782-6D3D-CD1B-B39CFE5F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E24C99-9266-52DA-8567-6EACC42C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</a:t>
            </a:r>
            <a:endParaRPr lang="fr-FR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8D4F684A-DE60-B5CF-E902-ABBB804BF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980" y="1825625"/>
            <a:ext cx="65820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5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71E4-89B8-6A0E-EBE5-EF236305E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F349E9-4D95-739F-FC9F-8F690F7F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B18CF9D-C771-3C6B-8236-E5EFC6361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29466"/>
            <a:ext cx="10515600" cy="254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26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82927-0FF9-6AB4-475A-F2E86D83A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A4490A-DD8B-0D3D-9C77-1689437D1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54BEA35-B507-9DD5-F2DB-F2E2992C9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28749"/>
            <a:ext cx="10515600" cy="254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98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14497-7B59-16FC-E896-AB0F39846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601534-CAFF-78AB-3FA3-0CA8A5DF2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8ABE66C-30F9-2A2F-A41D-CB365022D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994" y="1825625"/>
            <a:ext cx="88680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00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DE819-6579-F5E1-1177-09169AC9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5D6E2C-67E9-671D-880A-B6DB3E11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Results</a:t>
            </a:r>
            <a:endParaRPr lang="fr-FR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0B4302C7-E154-6C91-3433-A28A379B7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718" y="1825625"/>
            <a:ext cx="51505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141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76BAF-84B3-5C04-27CA-E31FC05B5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8D5596-52DA-E2A1-83A5-8A03602C7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Interactive Demo</a:t>
            </a:r>
            <a:br>
              <a:rPr lang="en-US" b="1" dirty="0"/>
            </a:b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C28FB71-AFF4-6773-3A8E-04846CE1C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37779"/>
            <a:ext cx="10515600" cy="192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923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9DA1BF-ACD4-F19A-E0EB-BD31BF020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Interactive Demo</a:t>
            </a:r>
            <a:br>
              <a:rPr lang="en-US" b="1" dirty="0"/>
            </a:br>
            <a:endParaRPr lang="fr-FR" dirty="0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31B6513B-48B6-3F3C-CE58-A0280739A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30" y="2238089"/>
            <a:ext cx="1729890" cy="282726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31418E9-8081-7935-D479-E4CD752F2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262" y="2238089"/>
            <a:ext cx="1844200" cy="361981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E67DA52-7C0A-3628-7934-BC15BE853C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664" y="2238089"/>
            <a:ext cx="1699407" cy="2865368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088CBE9-8881-6307-CC8F-E0C4800F8A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30" y="4555509"/>
            <a:ext cx="1699407" cy="48772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3095192-F36C-78BB-1EAE-411184A773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9663" y="4443668"/>
            <a:ext cx="1699407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463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C806A-C10B-E564-CE47-B053A92ED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2B0D2-B684-7864-CA1C-1614ABAC6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Interactive Demo</a:t>
            </a:r>
            <a:br>
              <a:rPr lang="en-US" b="1" dirty="0"/>
            </a:b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9E99755-7EA7-37E6-17B4-7E9297670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2885"/>
            <a:ext cx="12192000" cy="439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61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3DC1D-12C6-D4F8-056D-3844FBBD9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E72A3-27EC-9929-BFC7-782BC515D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Interactive Demo</a:t>
            </a:r>
            <a:br>
              <a:rPr lang="en-US" b="1" dirty="0"/>
            </a:b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0D56524-BA18-CD03-9671-151FD2251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0884"/>
            <a:ext cx="12192000" cy="211554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8FE08CA-5CF5-68D2-8F46-E7E64A356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03558"/>
            <a:ext cx="12192000" cy="218931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CD39A80-FBB4-2AD3-AC4E-6E6802EB79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871" y="3429000"/>
            <a:ext cx="1474840" cy="29742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1C69D02-E09B-FF77-3273-2990A03798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871" y="6059129"/>
            <a:ext cx="1474840" cy="29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80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9B7A-35FB-E9B6-9365-922B12D8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64614B-0673-7CA3-3653-4A0054DB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Interactive Demo</a:t>
            </a:r>
            <a:br>
              <a:rPr lang="en-US" b="1" dirty="0"/>
            </a:b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71E3261-7DF7-5E6D-A026-B1D499A05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5" y="434080"/>
            <a:ext cx="12116850" cy="598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98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36D2F-5F6A-768B-35E7-B70108EA6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FC376F-80BC-5DCC-F1F2-B3707D55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Interactive Demo</a:t>
            </a:r>
            <a:br>
              <a:rPr lang="en-US" b="1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9E6001F-EA17-04FC-21EF-780BD1D9B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9" y="117823"/>
            <a:ext cx="12025402" cy="662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77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501C13-4565-AA30-91E0-F70815D5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Conclusion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075B32-CE55-DD70-8F3E-332003CCF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600" b="1"/>
              <a:t>Key findings:</a:t>
            </a:r>
            <a:endParaRPr lang="fr-FR" sz="2600"/>
          </a:p>
          <a:p>
            <a:pPr lvl="0"/>
            <a:r>
              <a:rPr lang="fr-FR" sz="2600"/>
              <a:t>RAG improves grounding </a:t>
            </a:r>
          </a:p>
          <a:p>
            <a:pPr lvl="0"/>
            <a:r>
              <a:rPr lang="en-US" sz="2600"/>
              <a:t>Model size impacts quality vs latency </a:t>
            </a:r>
            <a:endParaRPr lang="fr-FR" sz="2600"/>
          </a:p>
          <a:p>
            <a:pPr lvl="0"/>
            <a:r>
              <a:rPr lang="fr-FR" sz="2600"/>
              <a:t>Local pipeline is feasible </a:t>
            </a:r>
          </a:p>
          <a:p>
            <a:pPr marL="0" indent="0">
              <a:buNone/>
            </a:pPr>
            <a:r>
              <a:rPr lang="fr-FR" sz="2600" b="1"/>
              <a:t>Limitations:</a:t>
            </a:r>
            <a:endParaRPr lang="fr-FR" sz="2600"/>
          </a:p>
          <a:p>
            <a:pPr lvl="0"/>
            <a:r>
              <a:rPr lang="fr-FR" sz="2600"/>
              <a:t>Simple dataset </a:t>
            </a:r>
          </a:p>
          <a:p>
            <a:pPr lvl="0"/>
            <a:r>
              <a:rPr lang="fr-FR" sz="2600"/>
              <a:t>Limited reranking </a:t>
            </a:r>
          </a:p>
          <a:p>
            <a:pPr marL="0" indent="0">
              <a:buNone/>
            </a:pPr>
            <a:r>
              <a:rPr lang="fr-FR" sz="2600" b="1"/>
              <a:t>Future work:</a:t>
            </a:r>
            <a:endParaRPr lang="fr-FR" sz="2600"/>
          </a:p>
          <a:p>
            <a:pPr lvl="0"/>
            <a:r>
              <a:rPr lang="fr-FR" sz="2600"/>
              <a:t>Add reranker (cross-encoder) </a:t>
            </a:r>
          </a:p>
          <a:p>
            <a:pPr lvl="0"/>
            <a:r>
              <a:rPr lang="fr-FR" sz="2600"/>
              <a:t>Larger datasets </a:t>
            </a:r>
          </a:p>
          <a:p>
            <a:r>
              <a:rPr lang="en-US" sz="2600"/>
              <a:t>Better evaluation (LLM-as-judge) </a:t>
            </a:r>
            <a:endParaRPr lang="fr-FR" sz="2600"/>
          </a:p>
        </p:txBody>
      </p:sp>
    </p:spTree>
    <p:extLst>
      <p:ext uri="{BB962C8B-B14F-4D97-AF65-F5344CB8AC3E}">
        <p14:creationId xmlns:p14="http://schemas.microsoft.com/office/powerpoint/2010/main" val="1646626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BB9542-8297-1C0A-0C3C-C466E6C5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4600" b="1">
                <a:solidFill>
                  <a:srgbClr val="FFFFFF"/>
                </a:solidFill>
              </a:rPr>
              <a:t>Why My approach is valuable</a:t>
            </a:r>
            <a:endParaRPr lang="fr-FR" sz="4600">
              <a:solidFill>
                <a:srgbClr val="FFFFFF"/>
              </a:solidFill>
            </a:endParaRP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A16E49B9-AEE3-E0F1-3636-1EBA3E639B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6002615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6418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3A864E4-57FF-9C56-C326-35959E07B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for Listening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223767-7A72-9AFE-B05F-3200926C7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5031" y="4076802"/>
            <a:ext cx="5561938" cy="1534587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640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Words>693</Words>
  <Application>Microsoft Office PowerPoint</Application>
  <PresentationFormat>Grand écran</PresentationFormat>
  <Paragraphs>146</Paragraphs>
  <Slides>31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Thème Office</vt:lpstr>
      <vt:lpstr>RAG Pipeline &amp; Open-Source LLM Benchmarking  </vt:lpstr>
      <vt:lpstr>Problem &amp; Motivation</vt:lpstr>
      <vt:lpstr>Présentation PowerPoint</vt:lpstr>
      <vt:lpstr>Technologies Used in My RAG System</vt:lpstr>
      <vt:lpstr>Document Loaders — Data Ingestion </vt:lpstr>
      <vt:lpstr>Text Splitter — Chunking </vt:lpstr>
      <vt:lpstr>SentenceTransformers — Embeddings</vt:lpstr>
      <vt:lpstr>FAISS — Vector Database </vt:lpstr>
      <vt:lpstr>Retriever — Similarity Search</vt:lpstr>
      <vt:lpstr>llama.cpp — Local LLM Inference </vt:lpstr>
      <vt:lpstr>Prompting + RAG Chain — Answer Generation </vt:lpstr>
      <vt:lpstr>System Architecture </vt:lpstr>
      <vt:lpstr>Models Evaluated </vt:lpstr>
      <vt:lpstr>Dataset</vt:lpstr>
      <vt:lpstr>Evaluation Metrics </vt:lpstr>
      <vt:lpstr>Results</vt:lpstr>
      <vt:lpstr>Results</vt:lpstr>
      <vt:lpstr>Results</vt:lpstr>
      <vt:lpstr>Results</vt:lpstr>
      <vt:lpstr>Results</vt:lpstr>
      <vt:lpstr>Results</vt:lpstr>
      <vt:lpstr>Results</vt:lpstr>
      <vt:lpstr>Interactive Demo </vt:lpstr>
      <vt:lpstr>Interactive Demo </vt:lpstr>
      <vt:lpstr>Interactive Demo </vt:lpstr>
      <vt:lpstr>Interactive Demo </vt:lpstr>
      <vt:lpstr>Interactive Demo </vt:lpstr>
      <vt:lpstr>Interactive Demo </vt:lpstr>
      <vt:lpstr>Conclusion</vt:lpstr>
      <vt:lpstr>Why My approach is valuable</vt:lpstr>
      <vt:lpstr>Thank you for Listening</vt:lpstr>
    </vt:vector>
  </TitlesOfParts>
  <Company>bcom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Moussa BADDOUR</dc:creator>
  <cp:lastModifiedBy>Moussa BADDOUR</cp:lastModifiedBy>
  <cp:revision>12</cp:revision>
  <dcterms:created xsi:type="dcterms:W3CDTF">2026-03-27T11:24:37Z</dcterms:created>
  <dcterms:modified xsi:type="dcterms:W3CDTF">2026-03-27T14:37:50Z</dcterms:modified>
</cp:coreProperties>
</file>